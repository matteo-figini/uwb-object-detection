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86" r:id="rId4"/>
    <p:sldId id="259" r:id="rId5"/>
    <p:sldId id="297" r:id="rId6"/>
    <p:sldId id="285" r:id="rId7"/>
    <p:sldId id="284" r:id="rId8"/>
    <p:sldId id="283" r:id="rId9"/>
    <p:sldId id="298" r:id="rId10"/>
    <p:sldId id="299" r:id="rId11"/>
    <p:sldId id="287" r:id="rId12"/>
    <p:sldId id="288" r:id="rId13"/>
    <p:sldId id="290" r:id="rId14"/>
    <p:sldId id="291" r:id="rId15"/>
    <p:sldId id="292" r:id="rId16"/>
    <p:sldId id="293" r:id="rId17"/>
    <p:sldId id="294" r:id="rId18"/>
    <p:sldId id="267" r:id="rId19"/>
    <p:sldId id="265" r:id="rId20"/>
    <p:sldId id="269" r:id="rId21"/>
    <p:sldId id="270" r:id="rId22"/>
    <p:sldId id="271" r:id="rId23"/>
    <p:sldId id="273" r:id="rId24"/>
    <p:sldId id="274" r:id="rId25"/>
    <p:sldId id="275" r:id="rId26"/>
    <p:sldId id="278" r:id="rId27"/>
    <p:sldId id="277" r:id="rId28"/>
    <p:sldId id="276" r:id="rId29"/>
    <p:sldId id="279" r:id="rId30"/>
    <p:sldId id="280" r:id="rId31"/>
    <p:sldId id="282" r:id="rId32"/>
    <p:sldId id="300" r:id="rId33"/>
    <p:sldId id="264" r:id="rId3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FF7"/>
    <a:srgbClr val="2136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860E4-9C6B-44B6-B33C-2D46486DF268}" v="154" dt="2025-09-23T09:24:29.624"/>
    <p1510:client id="{29D67517-300D-D461-DA6F-B8004C2AF5CF}" v="151" dt="2025-09-23T09:26:10.687"/>
    <p1510:client id="{6EA1A7EB-70C8-B6D0-AEEF-94014B717A76}" v="157" dt="2025-09-23T10:01:45.247"/>
    <p1510:client id="{93821FF4-50EE-4BA3-D3A9-D90B7103CA77}" v="37" dt="2025-09-22T14:37:18.135"/>
    <p1510:client id="{D169B4B6-784B-1FB8-EBAB-2410C026C272}" v="2" dt="2025-09-22T15:23:37.3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ya Jreige" userId="S::10958178@polimi.it::f95a34d1-130d-4986-a6e7-4a986b7b6265" providerId="AD" clId="Web-{6EA1A7EB-70C8-B6D0-AEEF-94014B717A76}"/>
    <pc:docChg chg="addSld delSld modSld">
      <pc:chgData name="Tiya Jreige" userId="S::10958178@polimi.it::f95a34d1-130d-4986-a6e7-4a986b7b6265" providerId="AD" clId="Web-{6EA1A7EB-70C8-B6D0-AEEF-94014B717A76}" dt="2025-09-23T10:01:45.247" v="103"/>
      <pc:docMkLst>
        <pc:docMk/>
      </pc:docMkLst>
      <pc:sldChg chg="addSp modSp">
        <pc:chgData name="Tiya Jreige" userId="S::10958178@polimi.it::f95a34d1-130d-4986-a6e7-4a986b7b6265" providerId="AD" clId="Web-{6EA1A7EB-70C8-B6D0-AEEF-94014B717A76}" dt="2025-09-23T08:38:46.955" v="86" actId="1076"/>
        <pc:sldMkLst>
          <pc:docMk/>
          <pc:sldMk cId="876424531" sldId="265"/>
        </pc:sldMkLst>
        <pc:spChg chg="add mod">
          <ac:chgData name="Tiya Jreige" userId="S::10958178@polimi.it::f95a34d1-130d-4986-a6e7-4a986b7b6265" providerId="AD" clId="Web-{6EA1A7EB-70C8-B6D0-AEEF-94014B717A76}" dt="2025-09-23T08:38:46.955" v="86" actId="1076"/>
          <ac:spMkLst>
            <pc:docMk/>
            <pc:sldMk cId="876424531" sldId="265"/>
            <ac:spMk id="4" creationId="{6E6DFC8F-A573-B19D-A428-C9EE19B2F633}"/>
          </ac:spMkLst>
        </pc:spChg>
      </pc:sldChg>
      <pc:sldChg chg="addSp delSp modSp">
        <pc:chgData name="Tiya Jreige" userId="S::10958178@polimi.it::f95a34d1-130d-4986-a6e7-4a986b7b6265" providerId="AD" clId="Web-{6EA1A7EB-70C8-B6D0-AEEF-94014B717A76}" dt="2025-09-23T07:27:05.946" v="3"/>
        <pc:sldMkLst>
          <pc:docMk/>
          <pc:sldMk cId="4212716352" sldId="267"/>
        </pc:sldMkLst>
        <pc:spChg chg="add del mod">
          <ac:chgData name="Tiya Jreige" userId="S::10958178@polimi.it::f95a34d1-130d-4986-a6e7-4a986b7b6265" providerId="AD" clId="Web-{6EA1A7EB-70C8-B6D0-AEEF-94014B717A76}" dt="2025-09-23T07:27:05.946" v="3"/>
          <ac:spMkLst>
            <pc:docMk/>
            <pc:sldMk cId="4212716352" sldId="267"/>
            <ac:spMk id="7" creationId="{077F9E8C-8518-0E48-BBBD-BF08C5103625}"/>
          </ac:spMkLst>
        </pc:spChg>
      </pc:sldChg>
      <pc:sldChg chg="addSp modSp">
        <pc:chgData name="Tiya Jreige" userId="S::10958178@polimi.it::f95a34d1-130d-4986-a6e7-4a986b7b6265" providerId="AD" clId="Web-{6EA1A7EB-70C8-B6D0-AEEF-94014B717A76}" dt="2025-09-23T09:49:31.660" v="92" actId="20577"/>
        <pc:sldMkLst>
          <pc:docMk/>
          <pc:sldMk cId="3583561488" sldId="269"/>
        </pc:sldMkLst>
        <pc:spChg chg="mod">
          <ac:chgData name="Tiya Jreige" userId="S::10958178@polimi.it::f95a34d1-130d-4986-a6e7-4a986b7b6265" providerId="AD" clId="Web-{6EA1A7EB-70C8-B6D0-AEEF-94014B717A76}" dt="2025-09-23T09:49:31.660" v="92" actId="20577"/>
          <ac:spMkLst>
            <pc:docMk/>
            <pc:sldMk cId="3583561488" sldId="269"/>
            <ac:spMk id="3" creationId="{70D74274-0BAD-6662-445B-D951E40C1AB5}"/>
          </ac:spMkLst>
        </pc:spChg>
        <pc:spChg chg="add mod">
          <ac:chgData name="Tiya Jreige" userId="S::10958178@polimi.it::f95a34d1-130d-4986-a6e7-4a986b7b6265" providerId="AD" clId="Web-{6EA1A7EB-70C8-B6D0-AEEF-94014B717A76}" dt="2025-09-23T08:38:15.704" v="76" actId="14100"/>
          <ac:spMkLst>
            <pc:docMk/>
            <pc:sldMk cId="3583561488" sldId="269"/>
            <ac:spMk id="4" creationId="{BB48F38A-C506-C034-B491-2348EBC8BE28}"/>
          </ac:spMkLst>
        </pc:spChg>
        <pc:spChg chg="mod">
          <ac:chgData name="Tiya Jreige" userId="S::10958178@polimi.it::f95a34d1-130d-4986-a6e7-4a986b7b6265" providerId="AD" clId="Web-{6EA1A7EB-70C8-B6D0-AEEF-94014B717A76}" dt="2025-09-23T08:37:35.374" v="62" actId="20577"/>
          <ac:spMkLst>
            <pc:docMk/>
            <pc:sldMk cId="3583561488" sldId="269"/>
            <ac:spMk id="6" creationId="{56348D93-2ADE-E811-0D2F-B8CB8303ACB8}"/>
          </ac:spMkLst>
        </pc:spChg>
      </pc:sldChg>
      <pc:sldChg chg="modSp">
        <pc:chgData name="Tiya Jreige" userId="S::10958178@polimi.it::f95a34d1-130d-4986-a6e7-4a986b7b6265" providerId="AD" clId="Web-{6EA1A7EB-70C8-B6D0-AEEF-94014B717A76}" dt="2025-09-23T09:49:10.269" v="89" actId="20577"/>
        <pc:sldMkLst>
          <pc:docMk/>
          <pc:sldMk cId="3290728650" sldId="270"/>
        </pc:sldMkLst>
        <pc:spChg chg="mod">
          <ac:chgData name="Tiya Jreige" userId="S::10958178@polimi.it::f95a34d1-130d-4986-a6e7-4a986b7b6265" providerId="AD" clId="Web-{6EA1A7EB-70C8-B6D0-AEEF-94014B717A76}" dt="2025-09-23T09:49:10.269" v="89" actId="20577"/>
          <ac:spMkLst>
            <pc:docMk/>
            <pc:sldMk cId="3290728650" sldId="270"/>
            <ac:spMk id="3" creationId="{EE7ACECD-E310-FBE5-5790-A65A95FAFB6E}"/>
          </ac:spMkLst>
        </pc:spChg>
      </pc:sldChg>
      <pc:sldChg chg="addSp delSp modSp">
        <pc:chgData name="Tiya Jreige" userId="S::10958178@polimi.it::f95a34d1-130d-4986-a6e7-4a986b7b6265" providerId="AD" clId="Web-{6EA1A7EB-70C8-B6D0-AEEF-94014B717A76}" dt="2025-09-23T10:01:17.074" v="101"/>
        <pc:sldMkLst>
          <pc:docMk/>
          <pc:sldMk cId="3505419048" sldId="271"/>
        </pc:sldMkLst>
        <pc:spChg chg="mod">
          <ac:chgData name="Tiya Jreige" userId="S::10958178@polimi.it::f95a34d1-130d-4986-a6e7-4a986b7b6265" providerId="AD" clId="Web-{6EA1A7EB-70C8-B6D0-AEEF-94014B717A76}" dt="2025-09-23T09:49:42.520" v="94" actId="20577"/>
          <ac:spMkLst>
            <pc:docMk/>
            <pc:sldMk cId="3505419048" sldId="271"/>
            <ac:spMk id="3" creationId="{E3132D52-3B8F-80B7-13C8-301EBE2A5FC1}"/>
          </ac:spMkLst>
        </pc:spChg>
        <pc:spChg chg="add del mod">
          <ac:chgData name="Tiya Jreige" userId="S::10958178@polimi.it::f95a34d1-130d-4986-a6e7-4a986b7b6265" providerId="AD" clId="Web-{6EA1A7EB-70C8-B6D0-AEEF-94014B717A76}" dt="2025-09-23T10:01:17.074" v="101"/>
          <ac:spMkLst>
            <pc:docMk/>
            <pc:sldMk cId="3505419048" sldId="271"/>
            <ac:spMk id="5" creationId="{404C7F15-1719-6321-26C5-88B5532937D4}"/>
          </ac:spMkLst>
        </pc:spChg>
      </pc:sldChg>
      <pc:sldChg chg="add del">
        <pc:chgData name="Tiya Jreige" userId="S::10958178@polimi.it::f95a34d1-130d-4986-a6e7-4a986b7b6265" providerId="AD" clId="Web-{6EA1A7EB-70C8-B6D0-AEEF-94014B717A76}" dt="2025-09-23T10:01:45.247" v="103"/>
        <pc:sldMkLst>
          <pc:docMk/>
          <pc:sldMk cId="2482470585" sldId="272"/>
        </pc:sldMkLst>
      </pc:sldChg>
      <pc:sldChg chg="addSp modSp new">
        <pc:chgData name="Tiya Jreige" userId="S::10958178@polimi.it::f95a34d1-130d-4986-a6e7-4a986b7b6265" providerId="AD" clId="Web-{6EA1A7EB-70C8-B6D0-AEEF-94014B717A76}" dt="2025-09-23T08:12:03.554" v="17" actId="1076"/>
        <pc:sldMkLst>
          <pc:docMk/>
          <pc:sldMk cId="3346326306" sldId="300"/>
        </pc:sldMkLst>
        <pc:spChg chg="mod">
          <ac:chgData name="Tiya Jreige" userId="S::10958178@polimi.it::f95a34d1-130d-4986-a6e7-4a986b7b6265" providerId="AD" clId="Web-{6EA1A7EB-70C8-B6D0-AEEF-94014B717A76}" dt="2025-09-23T08:04:42.010" v="15" actId="20577"/>
          <ac:spMkLst>
            <pc:docMk/>
            <pc:sldMk cId="3346326306" sldId="300"/>
            <ac:spMk id="3" creationId="{07799E83-930B-AB91-F3BA-C5F4E09F4659}"/>
          </ac:spMkLst>
        </pc:spChg>
        <pc:picChg chg="add mod">
          <ac:chgData name="Tiya Jreige" userId="S::10958178@polimi.it::f95a34d1-130d-4986-a6e7-4a986b7b6265" providerId="AD" clId="Web-{6EA1A7EB-70C8-B6D0-AEEF-94014B717A76}" dt="2025-09-23T08:12:03.554" v="17" actId="1076"/>
          <ac:picMkLst>
            <pc:docMk/>
            <pc:sldMk cId="3346326306" sldId="300"/>
            <ac:picMk id="4" creationId="{19649D2E-E8A9-938F-1D84-21CB1A529B9E}"/>
          </ac:picMkLst>
        </pc:picChg>
      </pc:sldChg>
    </pc:docChg>
  </pc:docChgLst>
  <pc:docChgLst>
    <pc:chgData name="Valeria de Gennaro" userId="4c15de86-362d-41b1-9096-53eddd4f3483" providerId="ADAL" clId="{31910754-65BE-4B07-9E50-93244E67CB86}"/>
    <pc:docChg chg="undo custSel addSld delSld modSld sldOrd">
      <pc:chgData name="Valeria de Gennaro" userId="4c15de86-362d-41b1-9096-53eddd4f3483" providerId="ADAL" clId="{31910754-65BE-4B07-9E50-93244E67CB86}" dt="2025-09-23T09:24:29.624" v="2446" actId="20577"/>
      <pc:docMkLst>
        <pc:docMk/>
      </pc:docMkLst>
      <pc:sldChg chg="modSp mod">
        <pc:chgData name="Valeria de Gennaro" userId="4c15de86-362d-41b1-9096-53eddd4f3483" providerId="ADAL" clId="{31910754-65BE-4B07-9E50-93244E67CB86}" dt="2025-09-18T09:05:34.375" v="2288" actId="20577"/>
        <pc:sldMkLst>
          <pc:docMk/>
          <pc:sldMk cId="2737722098" sldId="257"/>
        </pc:sldMkLst>
        <pc:spChg chg="mod">
          <ac:chgData name="Valeria de Gennaro" userId="4c15de86-362d-41b1-9096-53eddd4f3483" providerId="ADAL" clId="{31910754-65BE-4B07-9E50-93244E67CB86}" dt="2025-09-18T09:05:34.375" v="2288" actId="20577"/>
          <ac:spMkLst>
            <pc:docMk/>
            <pc:sldMk cId="2737722098" sldId="257"/>
            <ac:spMk id="6" creationId="{869C05F3-3F0A-BA33-F9F5-A30AF405465A}"/>
          </ac:spMkLst>
        </pc:spChg>
      </pc:sldChg>
      <pc:sldChg chg="addSp delSp mod">
        <pc:chgData name="Valeria de Gennaro" userId="4c15de86-362d-41b1-9096-53eddd4f3483" providerId="ADAL" clId="{31910754-65BE-4B07-9E50-93244E67CB86}" dt="2025-09-18T08:30:37.522" v="661" actId="22"/>
        <pc:sldMkLst>
          <pc:docMk/>
          <pc:sldMk cId="3160729831" sldId="259"/>
        </pc:sldMkLst>
      </pc:sldChg>
      <pc:sldChg chg="modSp mod modNotesTx">
        <pc:chgData name="Valeria de Gennaro" userId="4c15de86-362d-41b1-9096-53eddd4f3483" providerId="ADAL" clId="{31910754-65BE-4B07-9E50-93244E67CB86}" dt="2025-09-23T09:24:29.624" v="2446" actId="20577"/>
        <pc:sldMkLst>
          <pc:docMk/>
          <pc:sldMk cId="3046950048" sldId="283"/>
        </pc:sldMkLst>
        <pc:spChg chg="mod">
          <ac:chgData name="Valeria de Gennaro" userId="4c15de86-362d-41b1-9096-53eddd4f3483" providerId="ADAL" clId="{31910754-65BE-4B07-9E50-93244E67CB86}" dt="2025-09-23T09:24:29.624" v="2446" actId="20577"/>
          <ac:spMkLst>
            <pc:docMk/>
            <pc:sldMk cId="3046950048" sldId="283"/>
            <ac:spMk id="4" creationId="{840A3A50-B48A-6E6D-F403-E3BA27742B54}"/>
          </ac:spMkLst>
        </pc:spChg>
      </pc:sldChg>
      <pc:sldChg chg="addSp modSp mod modNotesTx">
        <pc:chgData name="Valeria de Gennaro" userId="4c15de86-362d-41b1-9096-53eddd4f3483" providerId="ADAL" clId="{31910754-65BE-4B07-9E50-93244E67CB86}" dt="2025-09-18T08:37:35.695" v="1365" actId="20577"/>
        <pc:sldMkLst>
          <pc:docMk/>
          <pc:sldMk cId="1724149445" sldId="284"/>
        </pc:sldMkLst>
        <pc:spChg chg="mod">
          <ac:chgData name="Valeria de Gennaro" userId="4c15de86-362d-41b1-9096-53eddd4f3483" providerId="ADAL" clId="{31910754-65BE-4B07-9E50-93244E67CB86}" dt="2025-09-18T08:35:57.517" v="1039" actId="20577"/>
          <ac:spMkLst>
            <pc:docMk/>
            <pc:sldMk cId="1724149445" sldId="284"/>
            <ac:spMk id="4" creationId="{A818CF0E-9D7F-3B5B-6F46-A9D55141717D}"/>
          </ac:spMkLst>
        </pc:spChg>
        <pc:picChg chg="add mod">
          <ac:chgData name="Valeria de Gennaro" userId="4c15de86-362d-41b1-9096-53eddd4f3483" providerId="ADAL" clId="{31910754-65BE-4B07-9E50-93244E67CB86}" dt="2025-09-17T16:07:11.663" v="250" actId="1076"/>
          <ac:picMkLst>
            <pc:docMk/>
            <pc:sldMk cId="1724149445" sldId="284"/>
            <ac:picMk id="12" creationId="{A033DA47-BB11-A0EB-367E-3872712FA636}"/>
          </ac:picMkLst>
        </pc:picChg>
        <pc:picChg chg="add mod">
          <ac:chgData name="Valeria de Gennaro" userId="4c15de86-362d-41b1-9096-53eddd4f3483" providerId="ADAL" clId="{31910754-65BE-4B07-9E50-93244E67CB86}" dt="2025-09-17T16:09:07.052" v="270" actId="1076"/>
          <ac:picMkLst>
            <pc:docMk/>
            <pc:sldMk cId="1724149445" sldId="284"/>
            <ac:picMk id="14" creationId="{1AD7C821-0FFF-C0AC-491B-D43808DBECD7}"/>
          </ac:picMkLst>
        </pc:picChg>
        <pc:picChg chg="add mod">
          <ac:chgData name="Valeria de Gennaro" userId="4c15de86-362d-41b1-9096-53eddd4f3483" providerId="ADAL" clId="{31910754-65BE-4B07-9E50-93244E67CB86}" dt="2025-09-17T16:08:37.919" v="258" actId="1076"/>
          <ac:picMkLst>
            <pc:docMk/>
            <pc:sldMk cId="1724149445" sldId="284"/>
            <ac:picMk id="16" creationId="{54C2CEDA-14CD-1136-09F2-F9DF31E3E641}"/>
          </ac:picMkLst>
        </pc:picChg>
      </pc:sldChg>
      <pc:sldChg chg="addSp modSp mod">
        <pc:chgData name="Valeria de Gennaro" userId="4c15de86-362d-41b1-9096-53eddd4f3483" providerId="ADAL" clId="{31910754-65BE-4B07-9E50-93244E67CB86}" dt="2025-09-18T09:08:32.816" v="2290" actId="1076"/>
        <pc:sldMkLst>
          <pc:docMk/>
          <pc:sldMk cId="3127496811" sldId="285"/>
        </pc:sldMkLst>
        <pc:spChg chg="mod">
          <ac:chgData name="Valeria de Gennaro" userId="4c15de86-362d-41b1-9096-53eddd4f3483" providerId="ADAL" clId="{31910754-65BE-4B07-9E50-93244E67CB86}" dt="2025-09-18T09:08:23.030" v="2289" actId="20577"/>
          <ac:spMkLst>
            <pc:docMk/>
            <pc:sldMk cId="3127496811" sldId="285"/>
            <ac:spMk id="4" creationId="{F47135A2-1A75-E9C0-117B-8780B07FB7A5}"/>
          </ac:spMkLst>
        </pc:spChg>
        <pc:picChg chg="add mod">
          <ac:chgData name="Valeria de Gennaro" userId="4c15de86-362d-41b1-9096-53eddd4f3483" providerId="ADAL" clId="{31910754-65BE-4B07-9E50-93244E67CB86}" dt="2025-09-18T09:08:32.816" v="2290" actId="1076"/>
          <ac:picMkLst>
            <pc:docMk/>
            <pc:sldMk cId="3127496811" sldId="285"/>
            <ac:picMk id="6" creationId="{E58A738A-C303-1F5C-011F-E9EF223F4B18}"/>
          </ac:picMkLst>
        </pc:picChg>
      </pc:sldChg>
      <pc:sldChg chg="addSp delSp modSp mod ord modNotesTx">
        <pc:chgData name="Valeria de Gennaro" userId="4c15de86-362d-41b1-9096-53eddd4f3483" providerId="ADAL" clId="{31910754-65BE-4B07-9E50-93244E67CB86}" dt="2025-09-23T08:34:46.704" v="2444" actId="1076"/>
        <pc:sldMkLst>
          <pc:docMk/>
          <pc:sldMk cId="2956470983" sldId="286"/>
        </pc:sldMkLst>
        <pc:spChg chg="mod">
          <ac:chgData name="Valeria de Gennaro" userId="4c15de86-362d-41b1-9096-53eddd4f3483" providerId="ADAL" clId="{31910754-65BE-4B07-9E50-93244E67CB86}" dt="2025-09-23T08:20:07.451" v="2435" actId="20577"/>
          <ac:spMkLst>
            <pc:docMk/>
            <pc:sldMk cId="2956470983" sldId="286"/>
            <ac:spMk id="4" creationId="{C54C8FCB-42B3-B2ED-C663-37DB5DDFDA0A}"/>
          </ac:spMkLst>
        </pc:spChg>
        <pc:spChg chg="add del mod">
          <ac:chgData name="Valeria de Gennaro" userId="4c15de86-362d-41b1-9096-53eddd4f3483" providerId="ADAL" clId="{31910754-65BE-4B07-9E50-93244E67CB86}" dt="2025-09-23T08:34:39.965" v="2443" actId="1076"/>
          <ac:spMkLst>
            <pc:docMk/>
            <pc:sldMk cId="2956470983" sldId="286"/>
            <ac:spMk id="8" creationId="{CB63B734-BC35-9AC3-394B-B9ECCD38FA21}"/>
          </ac:spMkLst>
        </pc:spChg>
        <pc:picChg chg="add mod">
          <ac:chgData name="Valeria de Gennaro" userId="4c15de86-362d-41b1-9096-53eddd4f3483" providerId="ADAL" clId="{31910754-65BE-4B07-9E50-93244E67CB86}" dt="2025-09-17T15:40:02.449" v="180" actId="1076"/>
          <ac:picMkLst>
            <pc:docMk/>
            <pc:sldMk cId="2956470983" sldId="286"/>
            <ac:picMk id="6" creationId="{662503E6-FA01-B55C-D61B-53D3F3C167AE}"/>
          </ac:picMkLst>
        </pc:picChg>
        <pc:picChg chg="add mod">
          <ac:chgData name="Valeria de Gennaro" userId="4c15de86-362d-41b1-9096-53eddd4f3483" providerId="ADAL" clId="{31910754-65BE-4B07-9E50-93244E67CB86}" dt="2025-09-23T08:33:26.976" v="2441" actId="1076"/>
          <ac:picMkLst>
            <pc:docMk/>
            <pc:sldMk cId="2956470983" sldId="286"/>
            <ac:picMk id="7" creationId="{B9B8718C-B735-B324-0F2D-815D5FDB11A0}"/>
          </ac:picMkLst>
        </pc:picChg>
        <pc:picChg chg="add mod">
          <ac:chgData name="Valeria de Gennaro" userId="4c15de86-362d-41b1-9096-53eddd4f3483" providerId="ADAL" clId="{31910754-65BE-4B07-9E50-93244E67CB86}" dt="2025-09-23T08:34:46.704" v="2444" actId="1076"/>
          <ac:picMkLst>
            <pc:docMk/>
            <pc:sldMk cId="2956470983" sldId="286"/>
            <ac:picMk id="10" creationId="{5AE760A8-9E86-9AD1-BB17-F123D10B60E1}"/>
          </ac:picMkLst>
        </pc:picChg>
      </pc:sldChg>
      <pc:sldChg chg="addSp delSp modSp add mod">
        <pc:chgData name="Valeria de Gennaro" userId="4c15de86-362d-41b1-9096-53eddd4f3483" providerId="ADAL" clId="{31910754-65BE-4B07-9E50-93244E67CB86}" dt="2025-09-18T08:33:21.613" v="888" actId="1076"/>
        <pc:sldMkLst>
          <pc:docMk/>
          <pc:sldMk cId="2058444481" sldId="297"/>
        </pc:sldMkLst>
        <pc:spChg chg="mod">
          <ac:chgData name="Valeria de Gennaro" userId="4c15de86-362d-41b1-9096-53eddd4f3483" providerId="ADAL" clId="{31910754-65BE-4B07-9E50-93244E67CB86}" dt="2025-09-18T08:30:56.875" v="668"/>
          <ac:spMkLst>
            <pc:docMk/>
            <pc:sldMk cId="2058444481" sldId="297"/>
            <ac:spMk id="4" creationId="{8886B7FE-6255-678F-D57B-5F881F191A9F}"/>
          </ac:spMkLst>
        </pc:spChg>
        <pc:spChg chg="add mod">
          <ac:chgData name="Valeria de Gennaro" userId="4c15de86-362d-41b1-9096-53eddd4f3483" providerId="ADAL" clId="{31910754-65BE-4B07-9E50-93244E67CB86}" dt="2025-09-18T08:33:21.613" v="888" actId="1076"/>
          <ac:spMkLst>
            <pc:docMk/>
            <pc:sldMk cId="2058444481" sldId="297"/>
            <ac:spMk id="9" creationId="{1472687C-6D6C-19E5-EB55-FB90CE83A950}"/>
          </ac:spMkLst>
        </pc:spChg>
      </pc:sldChg>
      <pc:sldChg chg="addSp modSp new mod">
        <pc:chgData name="Valeria de Gennaro" userId="4c15de86-362d-41b1-9096-53eddd4f3483" providerId="ADAL" clId="{31910754-65BE-4B07-9E50-93244E67CB86}" dt="2025-09-18T09:12:23.290" v="2291" actId="1076"/>
        <pc:sldMkLst>
          <pc:docMk/>
          <pc:sldMk cId="1283110912" sldId="298"/>
        </pc:sldMkLst>
        <pc:spChg chg="mod">
          <ac:chgData name="Valeria de Gennaro" userId="4c15de86-362d-41b1-9096-53eddd4f3483" providerId="ADAL" clId="{31910754-65BE-4B07-9E50-93244E67CB86}" dt="2025-09-18T08:47:54.821" v="1554"/>
          <ac:spMkLst>
            <pc:docMk/>
            <pc:sldMk cId="1283110912" sldId="298"/>
            <ac:spMk id="3" creationId="{96AFBF56-AC37-9C24-93C9-B448A35C0214}"/>
          </ac:spMkLst>
        </pc:spChg>
        <pc:spChg chg="add mod">
          <ac:chgData name="Valeria de Gennaro" userId="4c15de86-362d-41b1-9096-53eddd4f3483" providerId="ADAL" clId="{31910754-65BE-4B07-9E50-93244E67CB86}" dt="2025-09-18T08:51:32.589" v="1824" actId="113"/>
          <ac:spMkLst>
            <pc:docMk/>
            <pc:sldMk cId="1283110912" sldId="298"/>
            <ac:spMk id="6" creationId="{2C911C20-4D7F-0B3D-4B81-5E8EFC92F2FF}"/>
          </ac:spMkLst>
        </pc:spChg>
        <pc:spChg chg="add mod">
          <ac:chgData name="Valeria de Gennaro" userId="4c15de86-362d-41b1-9096-53eddd4f3483" providerId="ADAL" clId="{31910754-65BE-4B07-9E50-93244E67CB86}" dt="2025-09-18T08:54:10.387" v="1971" actId="1076"/>
          <ac:spMkLst>
            <pc:docMk/>
            <pc:sldMk cId="1283110912" sldId="298"/>
            <ac:spMk id="9" creationId="{2EE7DA05-A9B7-2F09-A8A6-ECA64881339C}"/>
          </ac:spMkLst>
        </pc:spChg>
        <pc:picChg chg="add mod">
          <ac:chgData name="Valeria de Gennaro" userId="4c15de86-362d-41b1-9096-53eddd4f3483" providerId="ADAL" clId="{31910754-65BE-4B07-9E50-93244E67CB86}" dt="2025-09-18T08:54:14.276" v="1972" actId="1076"/>
          <ac:picMkLst>
            <pc:docMk/>
            <pc:sldMk cId="1283110912" sldId="298"/>
            <ac:picMk id="5" creationId="{25B38D0E-2FE3-FFEE-351A-5DBE8D10D5A1}"/>
          </ac:picMkLst>
        </pc:picChg>
        <pc:picChg chg="add mod">
          <ac:chgData name="Valeria de Gennaro" userId="4c15de86-362d-41b1-9096-53eddd4f3483" providerId="ADAL" clId="{31910754-65BE-4B07-9E50-93244E67CB86}" dt="2025-09-18T09:12:23.290" v="2291" actId="1076"/>
          <ac:picMkLst>
            <pc:docMk/>
            <pc:sldMk cId="1283110912" sldId="298"/>
            <ac:picMk id="8" creationId="{5B8BD71C-77A7-5635-364D-83BB04D56BF3}"/>
          </ac:picMkLst>
        </pc:picChg>
      </pc:sldChg>
      <pc:sldChg chg="addSp delSp modSp add mod modNotesTx">
        <pc:chgData name="Valeria de Gennaro" userId="4c15de86-362d-41b1-9096-53eddd4f3483" providerId="ADAL" clId="{31910754-65BE-4B07-9E50-93244E67CB86}" dt="2025-09-18T09:01:27.500" v="2287" actId="20577"/>
        <pc:sldMkLst>
          <pc:docMk/>
          <pc:sldMk cId="452331929" sldId="299"/>
        </pc:sldMkLst>
        <pc:spChg chg="add mod">
          <ac:chgData name="Valeria de Gennaro" userId="4c15de86-362d-41b1-9096-53eddd4f3483" providerId="ADAL" clId="{31910754-65BE-4B07-9E50-93244E67CB86}" dt="2025-09-18T08:59:55.195" v="2165" actId="5793"/>
          <ac:spMkLst>
            <pc:docMk/>
            <pc:sldMk cId="452331929" sldId="299"/>
            <ac:spMk id="4" creationId="{1B2BD18E-63C8-0553-40DE-68A100880FA3}"/>
          </ac:spMkLst>
        </pc:spChg>
      </pc:sldChg>
    </pc:docChg>
  </pc:docChgLst>
  <pc:docChgLst>
    <pc:chgData name="Tiya Jreige" userId="S::10958178@polimi.it::f95a34d1-130d-4986-a6e7-4a986b7b6265" providerId="AD" clId="Web-{A68EBAFB-CEFD-BC75-183F-023C5E2710B6}"/>
    <pc:docChg chg="modSld sldOrd">
      <pc:chgData name="Tiya Jreige" userId="S::10958178@polimi.it::f95a34d1-130d-4986-a6e7-4a986b7b6265" providerId="AD" clId="Web-{A68EBAFB-CEFD-BC75-183F-023C5E2710B6}" dt="2025-09-17T17:15:37.297" v="16" actId="20577"/>
      <pc:docMkLst>
        <pc:docMk/>
      </pc:docMkLst>
    </pc:docChg>
  </pc:docChgLst>
  <pc:docChgLst>
    <pc:chgData name="Matteo Figini" userId="S::10679359@polimi.it::b11f85f5-4439-44ce-8347-b655c4eb67c2" providerId="AD" clId="Web-{D169B4B6-784B-1FB8-EBAB-2410C026C272}"/>
    <pc:docChg chg="modSld">
      <pc:chgData name="Matteo Figini" userId="S::10679359@polimi.it::b11f85f5-4439-44ce-8347-b655c4eb67c2" providerId="AD" clId="Web-{D169B4B6-784B-1FB8-EBAB-2410C026C272}" dt="2025-09-22T15:23:37.375" v="1" actId="1076"/>
      <pc:docMkLst>
        <pc:docMk/>
      </pc:docMkLst>
      <pc:sldChg chg="modSp">
        <pc:chgData name="Matteo Figini" userId="S::10679359@polimi.it::b11f85f5-4439-44ce-8347-b655c4eb67c2" providerId="AD" clId="Web-{D169B4B6-784B-1FB8-EBAB-2410C026C272}" dt="2025-09-22T15:23:37.375" v="1" actId="1076"/>
        <pc:sldMkLst>
          <pc:docMk/>
          <pc:sldMk cId="2069449470" sldId="287"/>
        </pc:sldMkLst>
        <pc:picChg chg="mod">
          <ac:chgData name="Matteo Figini" userId="S::10679359@polimi.it::b11f85f5-4439-44ce-8347-b655c4eb67c2" providerId="AD" clId="Web-{D169B4B6-784B-1FB8-EBAB-2410C026C272}" dt="2025-09-22T15:23:37.375" v="1" actId="1076"/>
          <ac:picMkLst>
            <pc:docMk/>
            <pc:sldMk cId="2069449470" sldId="287"/>
            <ac:picMk id="5" creationId="{F8D6A13E-A3CC-ADEB-8C89-0BFB2DAFA81D}"/>
          </ac:picMkLst>
        </pc:picChg>
      </pc:sldChg>
    </pc:docChg>
  </pc:docChgLst>
  <pc:docChgLst>
    <pc:chgData name="Tiya Jreige" userId="S::10958178@polimi.it::f95a34d1-130d-4986-a6e7-4a986b7b6265" providerId="AD" clId="Web-{18887DDE-B0A1-B4F8-C0D4-3A279105DD0A}"/>
    <pc:docChg chg="addSld sldOrd">
      <pc:chgData name="Tiya Jreige" userId="S::10958178@polimi.it::f95a34d1-130d-4986-a6e7-4a986b7b6265" providerId="AD" clId="Web-{18887DDE-B0A1-B4F8-C0D4-3A279105DD0A}" dt="2025-09-12T14:48:04.597" v="15"/>
      <pc:docMkLst>
        <pc:docMk/>
      </pc:docMkLst>
      <pc:sldChg chg="add">
        <pc:chgData name="Tiya Jreige" userId="S::10958178@polimi.it::f95a34d1-130d-4986-a6e7-4a986b7b6265" providerId="AD" clId="Web-{18887DDE-B0A1-B4F8-C0D4-3A279105DD0A}" dt="2025-09-12T14:48:00.250" v="2"/>
        <pc:sldMkLst>
          <pc:docMk/>
          <pc:sldMk cId="876424531" sldId="265"/>
        </pc:sldMkLst>
      </pc:sldChg>
      <pc:sldChg chg="add">
        <pc:chgData name="Tiya Jreige" userId="S::10958178@polimi.it::f95a34d1-130d-4986-a6e7-4a986b7b6265" providerId="AD" clId="Web-{18887DDE-B0A1-B4F8-C0D4-3A279105DD0A}" dt="2025-09-12T14:47:59.875" v="1"/>
        <pc:sldMkLst>
          <pc:docMk/>
          <pc:sldMk cId="4212716352" sldId="267"/>
        </pc:sldMkLst>
      </pc:sldChg>
      <pc:sldChg chg="add">
        <pc:chgData name="Tiya Jreige" userId="S::10958178@polimi.it::f95a34d1-130d-4986-a6e7-4a986b7b6265" providerId="AD" clId="Web-{18887DDE-B0A1-B4F8-C0D4-3A279105DD0A}" dt="2025-09-12T14:48:00.515" v="3"/>
        <pc:sldMkLst>
          <pc:docMk/>
          <pc:sldMk cId="3583561488" sldId="269"/>
        </pc:sldMkLst>
      </pc:sldChg>
      <pc:sldChg chg="add">
        <pc:chgData name="Tiya Jreige" userId="S::10958178@polimi.it::f95a34d1-130d-4986-a6e7-4a986b7b6265" providerId="AD" clId="Web-{18887DDE-B0A1-B4F8-C0D4-3A279105DD0A}" dt="2025-09-12T14:48:00.906" v="4"/>
        <pc:sldMkLst>
          <pc:docMk/>
          <pc:sldMk cId="3290728650" sldId="270"/>
        </pc:sldMkLst>
      </pc:sldChg>
      <pc:sldChg chg="add">
        <pc:chgData name="Tiya Jreige" userId="S::10958178@polimi.it::f95a34d1-130d-4986-a6e7-4a986b7b6265" providerId="AD" clId="Web-{18887DDE-B0A1-B4F8-C0D4-3A279105DD0A}" dt="2025-09-12T14:48:01.234" v="5"/>
        <pc:sldMkLst>
          <pc:docMk/>
          <pc:sldMk cId="3505419048" sldId="271"/>
        </pc:sldMkLst>
      </pc:sldChg>
      <pc:sldChg chg="add">
        <pc:chgData name="Tiya Jreige" userId="S::10958178@polimi.it::f95a34d1-130d-4986-a6e7-4a986b7b6265" providerId="AD" clId="Web-{18887DDE-B0A1-B4F8-C0D4-3A279105DD0A}" dt="2025-09-12T14:48:02.062" v="7"/>
        <pc:sldMkLst>
          <pc:docMk/>
          <pc:sldMk cId="3245308425" sldId="273"/>
        </pc:sldMkLst>
      </pc:sldChg>
      <pc:sldChg chg="add">
        <pc:chgData name="Tiya Jreige" userId="S::10958178@polimi.it::f95a34d1-130d-4986-a6e7-4a986b7b6265" providerId="AD" clId="Web-{18887DDE-B0A1-B4F8-C0D4-3A279105DD0A}" dt="2025-09-12T14:48:02.484" v="8"/>
        <pc:sldMkLst>
          <pc:docMk/>
          <pc:sldMk cId="448734595" sldId="274"/>
        </pc:sldMkLst>
      </pc:sldChg>
      <pc:sldChg chg="add">
        <pc:chgData name="Tiya Jreige" userId="S::10958178@polimi.it::f95a34d1-130d-4986-a6e7-4a986b7b6265" providerId="AD" clId="Web-{18887DDE-B0A1-B4F8-C0D4-3A279105DD0A}" dt="2025-09-12T14:48:02.687" v="9"/>
        <pc:sldMkLst>
          <pc:docMk/>
          <pc:sldMk cId="2142408650" sldId="275"/>
        </pc:sldMkLst>
      </pc:sldChg>
      <pc:sldChg chg="add">
        <pc:chgData name="Tiya Jreige" userId="S::10958178@polimi.it::f95a34d1-130d-4986-a6e7-4a986b7b6265" providerId="AD" clId="Web-{18887DDE-B0A1-B4F8-C0D4-3A279105DD0A}" dt="2025-09-12T14:48:03.562" v="12"/>
        <pc:sldMkLst>
          <pc:docMk/>
          <pc:sldMk cId="3396900939" sldId="276"/>
        </pc:sldMkLst>
      </pc:sldChg>
      <pc:sldChg chg="add">
        <pc:chgData name="Tiya Jreige" userId="S::10958178@polimi.it::f95a34d1-130d-4986-a6e7-4a986b7b6265" providerId="AD" clId="Web-{18887DDE-B0A1-B4F8-C0D4-3A279105DD0A}" dt="2025-09-12T14:48:03.297" v="11"/>
        <pc:sldMkLst>
          <pc:docMk/>
          <pc:sldMk cId="564387851" sldId="277"/>
        </pc:sldMkLst>
      </pc:sldChg>
      <pc:sldChg chg="add">
        <pc:chgData name="Tiya Jreige" userId="S::10958178@polimi.it::f95a34d1-130d-4986-a6e7-4a986b7b6265" providerId="AD" clId="Web-{18887DDE-B0A1-B4F8-C0D4-3A279105DD0A}" dt="2025-09-12T14:48:02.922" v="10"/>
        <pc:sldMkLst>
          <pc:docMk/>
          <pc:sldMk cId="1848012375" sldId="278"/>
        </pc:sldMkLst>
      </pc:sldChg>
      <pc:sldChg chg="add">
        <pc:chgData name="Tiya Jreige" userId="S::10958178@polimi.it::f95a34d1-130d-4986-a6e7-4a986b7b6265" providerId="AD" clId="Web-{18887DDE-B0A1-B4F8-C0D4-3A279105DD0A}" dt="2025-09-12T14:48:04.125" v="13"/>
        <pc:sldMkLst>
          <pc:docMk/>
          <pc:sldMk cId="102995985" sldId="279"/>
        </pc:sldMkLst>
      </pc:sldChg>
      <pc:sldChg chg="add">
        <pc:chgData name="Tiya Jreige" userId="S::10958178@polimi.it::f95a34d1-130d-4986-a6e7-4a986b7b6265" providerId="AD" clId="Web-{18887DDE-B0A1-B4F8-C0D4-3A279105DD0A}" dt="2025-09-12T14:48:04.406" v="14"/>
        <pc:sldMkLst>
          <pc:docMk/>
          <pc:sldMk cId="2300358256" sldId="280"/>
        </pc:sldMkLst>
      </pc:sldChg>
      <pc:sldChg chg="add">
        <pc:chgData name="Tiya Jreige" userId="S::10958178@polimi.it::f95a34d1-130d-4986-a6e7-4a986b7b6265" providerId="AD" clId="Web-{18887DDE-B0A1-B4F8-C0D4-3A279105DD0A}" dt="2025-09-12T14:48:04.597" v="15"/>
        <pc:sldMkLst>
          <pc:docMk/>
          <pc:sldMk cId="1945583948" sldId="282"/>
        </pc:sldMkLst>
      </pc:sldChg>
    </pc:docChg>
  </pc:docChgLst>
  <pc:docChgLst>
    <pc:chgData name="Matteo Figini" userId="S::10679359@polimi.it::b11f85f5-4439-44ce-8347-b655c4eb67c2" providerId="AD" clId="Web-{B4E8E302-C10A-4B3D-8975-E04D9F3A682C}"/>
    <pc:docChg chg="addSld delSld modSld sldOrd">
      <pc:chgData name="Matteo Figini" userId="S::10679359@polimi.it::b11f85f5-4439-44ce-8347-b655c4eb67c2" providerId="AD" clId="Web-{B4E8E302-C10A-4B3D-8975-E04D9F3A682C}" dt="2025-09-13T09:33:07.101" v="1808" actId="20577"/>
      <pc:docMkLst>
        <pc:docMk/>
      </pc:docMkLst>
      <pc:sldChg chg="add replId">
        <pc:chgData name="Matteo Figini" userId="S::10679359@polimi.it::b11f85f5-4439-44ce-8347-b655c4eb67c2" providerId="AD" clId="Web-{B4E8E302-C10A-4B3D-8975-E04D9F3A682C}" dt="2025-09-13T08:19:24.719" v="2"/>
        <pc:sldMkLst>
          <pc:docMk/>
          <pc:sldMk cId="3046950048" sldId="283"/>
        </pc:sldMkLst>
      </pc:sldChg>
      <pc:sldChg chg="add replId">
        <pc:chgData name="Matteo Figini" userId="S::10679359@polimi.it::b11f85f5-4439-44ce-8347-b655c4eb67c2" providerId="AD" clId="Web-{B4E8E302-C10A-4B3D-8975-E04D9F3A682C}" dt="2025-09-13T08:19:24.766" v="3"/>
        <pc:sldMkLst>
          <pc:docMk/>
          <pc:sldMk cId="1724149445" sldId="284"/>
        </pc:sldMkLst>
      </pc:sldChg>
      <pc:sldChg chg="add replId">
        <pc:chgData name="Matteo Figini" userId="S::10679359@polimi.it::b11f85f5-4439-44ce-8347-b655c4eb67c2" providerId="AD" clId="Web-{B4E8E302-C10A-4B3D-8975-E04D9F3A682C}" dt="2025-09-13T08:19:24.813" v="4"/>
        <pc:sldMkLst>
          <pc:docMk/>
          <pc:sldMk cId="3127496811" sldId="285"/>
        </pc:sldMkLst>
      </pc:sldChg>
      <pc:sldChg chg="add replId">
        <pc:chgData name="Matteo Figini" userId="S::10679359@polimi.it::b11f85f5-4439-44ce-8347-b655c4eb67c2" providerId="AD" clId="Web-{B4E8E302-C10A-4B3D-8975-E04D9F3A682C}" dt="2025-09-13T08:19:24.860" v="5"/>
        <pc:sldMkLst>
          <pc:docMk/>
          <pc:sldMk cId="2956470983" sldId="286"/>
        </pc:sldMkLst>
      </pc:sldChg>
      <pc:sldChg chg="addSp delSp modSp new">
        <pc:chgData name="Matteo Figini" userId="S::10679359@polimi.it::b11f85f5-4439-44ce-8347-b655c4eb67c2" providerId="AD" clId="Web-{B4E8E302-C10A-4B3D-8975-E04D9F3A682C}" dt="2025-09-13T08:46:53.358" v="776" actId="1076"/>
        <pc:sldMkLst>
          <pc:docMk/>
          <pc:sldMk cId="2069449470" sldId="287"/>
        </pc:sldMkLst>
        <pc:spChg chg="mod">
          <ac:chgData name="Matteo Figini" userId="S::10679359@polimi.it::b11f85f5-4439-44ce-8347-b655c4eb67c2" providerId="AD" clId="Web-{B4E8E302-C10A-4B3D-8975-E04D9F3A682C}" dt="2025-09-13T08:26:37.441" v="140" actId="20577"/>
          <ac:spMkLst>
            <pc:docMk/>
            <pc:sldMk cId="2069449470" sldId="287"/>
            <ac:spMk id="3" creationId="{64AE3A70-CD01-59AB-8ADE-759F167C91F1}"/>
          </ac:spMkLst>
        </pc:spChg>
        <pc:spChg chg="add mod">
          <ac:chgData name="Matteo Figini" userId="S::10679359@polimi.it::b11f85f5-4439-44ce-8347-b655c4eb67c2" providerId="AD" clId="Web-{B4E8E302-C10A-4B3D-8975-E04D9F3A682C}" dt="2025-09-13T08:37:20.002" v="591" actId="20577"/>
          <ac:spMkLst>
            <pc:docMk/>
            <pc:sldMk cId="2069449470" sldId="287"/>
            <ac:spMk id="4" creationId="{E070CD1D-3D0F-F679-1F29-DB82F66F1156}"/>
          </ac:spMkLst>
        </pc:spChg>
        <pc:picChg chg="add mod">
          <ac:chgData name="Matteo Figini" userId="S::10679359@polimi.it::b11f85f5-4439-44ce-8347-b655c4eb67c2" providerId="AD" clId="Web-{B4E8E302-C10A-4B3D-8975-E04D9F3A682C}" dt="2025-09-13T08:46:53.358" v="776" actId="1076"/>
          <ac:picMkLst>
            <pc:docMk/>
            <pc:sldMk cId="2069449470" sldId="287"/>
            <ac:picMk id="5" creationId="{F8D6A13E-A3CC-ADEB-8C89-0BFB2DAFA81D}"/>
          </ac:picMkLst>
        </pc:picChg>
      </pc:sldChg>
      <pc:sldChg chg="addSp delSp modSp add replId">
        <pc:chgData name="Matteo Figini" userId="S::10679359@polimi.it::b11f85f5-4439-44ce-8347-b655c4eb67c2" providerId="AD" clId="Web-{B4E8E302-C10A-4B3D-8975-E04D9F3A682C}" dt="2025-09-13T08:47:21.842" v="797" actId="20577"/>
        <pc:sldMkLst>
          <pc:docMk/>
          <pc:sldMk cId="3537561256" sldId="288"/>
        </pc:sldMkLst>
        <pc:spChg chg="mod">
          <ac:chgData name="Matteo Figini" userId="S::10679359@polimi.it::b11f85f5-4439-44ce-8347-b655c4eb67c2" providerId="AD" clId="Web-{B4E8E302-C10A-4B3D-8975-E04D9F3A682C}" dt="2025-09-13T08:47:21.842" v="797" actId="20577"/>
          <ac:spMkLst>
            <pc:docMk/>
            <pc:sldMk cId="3537561256" sldId="288"/>
            <ac:spMk id="4" creationId="{EEA29AFA-6B99-5B37-4DAC-E99ADABEFDEE}"/>
          </ac:spMkLst>
        </pc:spChg>
        <pc:picChg chg="add mod">
          <ac:chgData name="Matteo Figini" userId="S::10679359@polimi.it::b11f85f5-4439-44ce-8347-b655c4eb67c2" providerId="AD" clId="Web-{B4E8E302-C10A-4B3D-8975-E04D9F3A682C}" dt="2025-09-13T08:42:14.012" v="654" actId="1076"/>
          <ac:picMkLst>
            <pc:docMk/>
            <pc:sldMk cId="3537561256" sldId="288"/>
            <ac:picMk id="8" creationId="{2E9AB457-8D54-DA4D-0DF0-C5B2E9211024}"/>
          </ac:picMkLst>
        </pc:picChg>
        <pc:picChg chg="add mod">
          <ac:chgData name="Matteo Figini" userId="S::10679359@polimi.it::b11f85f5-4439-44ce-8347-b655c4eb67c2" providerId="AD" clId="Web-{B4E8E302-C10A-4B3D-8975-E04D9F3A682C}" dt="2025-09-13T08:42:18.263" v="655" actId="1076"/>
          <ac:picMkLst>
            <pc:docMk/>
            <pc:sldMk cId="3537561256" sldId="288"/>
            <ac:picMk id="9" creationId="{5A745C12-EB38-AC8E-D709-C49FA4DEAF98}"/>
          </ac:picMkLst>
        </pc:picChg>
      </pc:sldChg>
      <pc:sldChg chg="addSp delSp modSp add ord replId">
        <pc:chgData name="Matteo Figini" userId="S::10679359@polimi.it::b11f85f5-4439-44ce-8347-b655c4eb67c2" providerId="AD" clId="Web-{B4E8E302-C10A-4B3D-8975-E04D9F3A682C}" dt="2025-09-13T08:58:23.738" v="1146"/>
        <pc:sldMkLst>
          <pc:docMk/>
          <pc:sldMk cId="380816774" sldId="290"/>
        </pc:sldMkLst>
        <pc:picChg chg="add mod">
          <ac:chgData name="Matteo Figini" userId="S::10679359@polimi.it::b11f85f5-4439-44ce-8347-b655c4eb67c2" providerId="AD" clId="Web-{B4E8E302-C10A-4B3D-8975-E04D9F3A682C}" dt="2025-09-13T08:54:17.357" v="1014" actId="1076"/>
          <ac:picMkLst>
            <pc:docMk/>
            <pc:sldMk cId="380816774" sldId="290"/>
            <ac:picMk id="5" creationId="{59272BDA-3ED5-A5C9-D3E2-C89C9693CF70}"/>
          </ac:picMkLst>
        </pc:picChg>
        <pc:picChg chg="add mod">
          <ac:chgData name="Matteo Figini" userId="S::10679359@polimi.it::b11f85f5-4439-44ce-8347-b655c4eb67c2" providerId="AD" clId="Web-{B4E8E302-C10A-4B3D-8975-E04D9F3A682C}" dt="2025-09-13T08:54:38.873" v="1018" actId="1076"/>
          <ac:picMkLst>
            <pc:docMk/>
            <pc:sldMk cId="380816774" sldId="290"/>
            <ac:picMk id="6" creationId="{866C190B-2D12-0722-ABC8-1B6FA3BECCF0}"/>
          </ac:picMkLst>
        </pc:picChg>
      </pc:sldChg>
      <pc:sldChg chg="addSp delSp modSp add replId">
        <pc:chgData name="Matteo Figini" userId="S::10679359@polimi.it::b11f85f5-4439-44ce-8347-b655c4eb67c2" providerId="AD" clId="Web-{B4E8E302-C10A-4B3D-8975-E04D9F3A682C}" dt="2025-09-13T08:59:03.738" v="1208" actId="20577"/>
        <pc:sldMkLst>
          <pc:docMk/>
          <pc:sldMk cId="2469432017" sldId="291"/>
        </pc:sldMkLst>
        <pc:spChg chg="mod">
          <ac:chgData name="Matteo Figini" userId="S::10679359@polimi.it::b11f85f5-4439-44ce-8347-b655c4eb67c2" providerId="AD" clId="Web-{B4E8E302-C10A-4B3D-8975-E04D9F3A682C}" dt="2025-09-13T08:59:03.738" v="1208" actId="20577"/>
          <ac:spMkLst>
            <pc:docMk/>
            <pc:sldMk cId="2469432017" sldId="291"/>
            <ac:spMk id="4" creationId="{1C022EA2-58F1-9B7A-E9BC-F2A870694525}"/>
          </ac:spMkLst>
        </pc:spChg>
        <pc:picChg chg="add mod">
          <ac:chgData name="Matteo Figini" userId="S::10679359@polimi.it::b11f85f5-4439-44ce-8347-b655c4eb67c2" providerId="AD" clId="Web-{B4E8E302-C10A-4B3D-8975-E04D9F3A682C}" dt="2025-09-13T08:58:13.520" v="1145" actId="1076"/>
          <ac:picMkLst>
            <pc:docMk/>
            <pc:sldMk cId="2469432017" sldId="291"/>
            <ac:picMk id="6" creationId="{B70E44A3-0724-93C6-5247-FCCF291BD435}"/>
          </ac:picMkLst>
        </pc:picChg>
      </pc:sldChg>
      <pc:sldChg chg="addSp delSp modSp add replId">
        <pc:chgData name="Matteo Figini" userId="S::10679359@polimi.it::b11f85f5-4439-44ce-8347-b655c4eb67c2" providerId="AD" clId="Web-{B4E8E302-C10A-4B3D-8975-E04D9F3A682C}" dt="2025-09-13T09:01:26.036" v="1216"/>
        <pc:sldMkLst>
          <pc:docMk/>
          <pc:sldMk cId="3363253753" sldId="292"/>
        </pc:sldMkLst>
        <pc:picChg chg="add mod">
          <ac:chgData name="Matteo Figini" userId="S::10679359@polimi.it::b11f85f5-4439-44ce-8347-b655c4eb67c2" providerId="AD" clId="Web-{B4E8E302-C10A-4B3D-8975-E04D9F3A682C}" dt="2025-09-13T09:01:25.505" v="1215" actId="1076"/>
          <ac:picMkLst>
            <pc:docMk/>
            <pc:sldMk cId="3363253753" sldId="292"/>
            <ac:picMk id="5" creationId="{26BFB839-19DC-0A71-0514-295485454BD0}"/>
          </ac:picMkLst>
        </pc:picChg>
      </pc:sldChg>
      <pc:sldChg chg="addSp delSp modSp add replId">
        <pc:chgData name="Matteo Figini" userId="S::10679359@polimi.it::b11f85f5-4439-44ce-8347-b655c4eb67c2" providerId="AD" clId="Web-{B4E8E302-C10A-4B3D-8975-E04D9F3A682C}" dt="2025-09-13T09:33:07.101" v="1808" actId="20577"/>
        <pc:sldMkLst>
          <pc:docMk/>
          <pc:sldMk cId="1836019737" sldId="293"/>
        </pc:sldMkLst>
        <pc:spChg chg="mod">
          <ac:chgData name="Matteo Figini" userId="S::10679359@polimi.it::b11f85f5-4439-44ce-8347-b655c4eb67c2" providerId="AD" clId="Web-{B4E8E302-C10A-4B3D-8975-E04D9F3A682C}" dt="2025-09-13T09:33:07.101" v="1808" actId="20577"/>
          <ac:spMkLst>
            <pc:docMk/>
            <pc:sldMk cId="1836019737" sldId="293"/>
            <ac:spMk id="4" creationId="{D8AE0977-25E9-C6BB-75F9-EAF548B5A4DF}"/>
          </ac:spMkLst>
        </pc:spChg>
        <pc:picChg chg="add mod">
          <ac:chgData name="Matteo Figini" userId="S::10679359@polimi.it::b11f85f5-4439-44ce-8347-b655c4eb67c2" providerId="AD" clId="Web-{B4E8E302-C10A-4B3D-8975-E04D9F3A682C}" dt="2025-09-13T09:10:17.277" v="1775" actId="1076"/>
          <ac:picMkLst>
            <pc:docMk/>
            <pc:sldMk cId="1836019737" sldId="293"/>
            <ac:picMk id="5" creationId="{3BD76889-F50B-A184-618B-F93DA0F9A451}"/>
          </ac:picMkLst>
        </pc:picChg>
      </pc:sldChg>
      <pc:sldChg chg="addSp delSp modSp add replId">
        <pc:chgData name="Matteo Figini" userId="S::10679359@polimi.it::b11f85f5-4439-44ce-8347-b655c4eb67c2" providerId="AD" clId="Web-{B4E8E302-C10A-4B3D-8975-E04D9F3A682C}" dt="2025-09-13T09:09:27.245" v="1770" actId="20577"/>
        <pc:sldMkLst>
          <pc:docMk/>
          <pc:sldMk cId="2483684841" sldId="294"/>
        </pc:sldMkLst>
        <pc:spChg chg="mod">
          <ac:chgData name="Matteo Figini" userId="S::10679359@polimi.it::b11f85f5-4439-44ce-8347-b655c4eb67c2" providerId="AD" clId="Web-{B4E8E302-C10A-4B3D-8975-E04D9F3A682C}" dt="2025-09-13T09:09:27.245" v="1770" actId="20577"/>
          <ac:spMkLst>
            <pc:docMk/>
            <pc:sldMk cId="2483684841" sldId="294"/>
            <ac:spMk id="4" creationId="{16822544-7B86-69D8-4DD0-C5333BA41249}"/>
          </ac:spMkLst>
        </pc:spChg>
        <pc:picChg chg="add mod">
          <ac:chgData name="Matteo Figini" userId="S::10679359@polimi.it::b11f85f5-4439-44ce-8347-b655c4eb67c2" providerId="AD" clId="Web-{B4E8E302-C10A-4B3D-8975-E04D9F3A682C}" dt="2025-09-13T09:09:14.338" v="1766" actId="1076"/>
          <ac:picMkLst>
            <pc:docMk/>
            <pc:sldMk cId="2483684841" sldId="294"/>
            <ac:picMk id="5" creationId="{33A291C9-5E7A-D7E3-23A7-9E4438A4A051}"/>
          </ac:picMkLst>
        </pc:picChg>
      </pc:sldChg>
    </pc:docChg>
  </pc:docChgLst>
  <pc:docChgLst>
    <pc:chgData name="Tiya Jreige" userId="S::10958178@polimi.it::f95a34d1-130d-4986-a6e7-4a986b7b6265" providerId="AD" clId="Web-{93821FF4-50EE-4BA3-D3A9-D90B7103CA77}"/>
    <pc:docChg chg="delSld modSld">
      <pc:chgData name="Tiya Jreige" userId="S::10958178@polimi.it::f95a34d1-130d-4986-a6e7-4a986b7b6265" providerId="AD" clId="Web-{93821FF4-50EE-4BA3-D3A9-D90B7103CA77}" dt="2025-09-22T14:37:18.135" v="29"/>
      <pc:docMkLst>
        <pc:docMk/>
      </pc:docMkLst>
      <pc:sldChg chg="addSp delSp modSp">
        <pc:chgData name="Tiya Jreige" userId="S::10958178@polimi.it::f95a34d1-130d-4986-a6e7-4a986b7b6265" providerId="AD" clId="Web-{93821FF4-50EE-4BA3-D3A9-D90B7103CA77}" dt="2025-09-22T14:27:16.087" v="28" actId="1076"/>
        <pc:sldMkLst>
          <pc:docMk/>
          <pc:sldMk cId="2737933159" sldId="264"/>
        </pc:sldMkLst>
        <pc:spChg chg="del mod">
          <ac:chgData name="Tiya Jreige" userId="S::10958178@polimi.it::f95a34d1-130d-4986-a6e7-4a986b7b6265" providerId="AD" clId="Web-{93821FF4-50EE-4BA3-D3A9-D90B7103CA77}" dt="2025-09-22T14:26:45.680" v="12"/>
          <ac:spMkLst>
            <pc:docMk/>
            <pc:sldMk cId="2737933159" sldId="264"/>
            <ac:spMk id="4" creationId="{DEEE7BFB-D7E3-880B-F4C6-E7B6AA59303E}"/>
          </ac:spMkLst>
        </pc:spChg>
        <pc:spChg chg="add mod">
          <ac:chgData name="Tiya Jreige" userId="S::10958178@polimi.it::f95a34d1-130d-4986-a6e7-4a986b7b6265" providerId="AD" clId="Web-{93821FF4-50EE-4BA3-D3A9-D90B7103CA77}" dt="2025-09-22T14:27:16.087" v="28" actId="1076"/>
          <ac:spMkLst>
            <pc:docMk/>
            <pc:sldMk cId="2737933159" sldId="264"/>
            <ac:spMk id="5" creationId="{9749C9E6-67C9-6FA3-EC5D-8386B57F22D9}"/>
          </ac:spMkLst>
        </pc:spChg>
      </pc:sldChg>
      <pc:sldChg chg="modSp">
        <pc:chgData name="Tiya Jreige" userId="S::10958178@polimi.it::f95a34d1-130d-4986-a6e7-4a986b7b6265" providerId="AD" clId="Web-{93821FF4-50EE-4BA3-D3A9-D90B7103CA77}" dt="2025-09-22T14:16:02.855" v="9" actId="20577"/>
        <pc:sldMkLst>
          <pc:docMk/>
          <pc:sldMk cId="876424531" sldId="265"/>
        </pc:sldMkLst>
        <pc:spChg chg="mod">
          <ac:chgData name="Tiya Jreige" userId="S::10958178@polimi.it::f95a34d1-130d-4986-a6e7-4a986b7b6265" providerId="AD" clId="Web-{93821FF4-50EE-4BA3-D3A9-D90B7103CA77}" dt="2025-09-22T14:16:02.855" v="9" actId="20577"/>
          <ac:spMkLst>
            <pc:docMk/>
            <pc:sldMk cId="876424531" sldId="265"/>
            <ac:spMk id="3" creationId="{FAA6AA64-5BEF-5407-06C5-AEE8B4F15514}"/>
          </ac:spMkLst>
        </pc:spChg>
      </pc:sldChg>
      <pc:sldChg chg="modSp">
        <pc:chgData name="Tiya Jreige" userId="S::10958178@polimi.it::f95a34d1-130d-4986-a6e7-4a986b7b6265" providerId="AD" clId="Web-{93821FF4-50EE-4BA3-D3A9-D90B7103CA77}" dt="2025-09-22T14:15:15.386" v="3" actId="20577"/>
        <pc:sldMkLst>
          <pc:docMk/>
          <pc:sldMk cId="3583561488" sldId="269"/>
        </pc:sldMkLst>
        <pc:spChg chg="mod">
          <ac:chgData name="Tiya Jreige" userId="S::10958178@polimi.it::f95a34d1-130d-4986-a6e7-4a986b7b6265" providerId="AD" clId="Web-{93821FF4-50EE-4BA3-D3A9-D90B7103CA77}" dt="2025-09-22T14:15:15.386" v="3" actId="20577"/>
          <ac:spMkLst>
            <pc:docMk/>
            <pc:sldMk cId="3583561488" sldId="269"/>
            <ac:spMk id="3" creationId="{70D74274-0BAD-6662-445B-D951E40C1AB5}"/>
          </ac:spMkLst>
        </pc:spChg>
      </pc:sldChg>
      <pc:sldChg chg="del">
        <pc:chgData name="Tiya Jreige" userId="S::10958178@polimi.it::f95a34d1-130d-4986-a6e7-4a986b7b6265" providerId="AD" clId="Web-{93821FF4-50EE-4BA3-D3A9-D90B7103CA77}" dt="2025-09-22T14:37:18.135" v="29"/>
        <pc:sldMkLst>
          <pc:docMk/>
          <pc:sldMk cId="1787280902" sldId="289"/>
        </pc:sldMkLst>
      </pc:sldChg>
    </pc:docChg>
  </pc:docChgLst>
  <pc:docChgLst>
    <pc:chgData name="Matteo Figini" userId="S::10679359@polimi.it::b11f85f5-4439-44ce-8347-b655c4eb67c2" providerId="AD" clId="Web-{29D67517-300D-D461-DA6F-B8004C2AF5CF}"/>
    <pc:docChg chg="modSld">
      <pc:chgData name="Matteo Figini" userId="S::10679359@polimi.it::b11f85f5-4439-44ce-8347-b655c4eb67c2" providerId="AD" clId="Web-{29D67517-300D-D461-DA6F-B8004C2AF5CF}" dt="2025-09-23T09:26:10.327" v="75" actId="20577"/>
      <pc:docMkLst>
        <pc:docMk/>
      </pc:docMkLst>
      <pc:sldChg chg="modSp">
        <pc:chgData name="Matteo Figini" userId="S::10679359@polimi.it::b11f85f5-4439-44ce-8347-b655c4eb67c2" providerId="AD" clId="Web-{29D67517-300D-D461-DA6F-B8004C2AF5CF}" dt="2025-09-23T09:26:10.327" v="75" actId="20577"/>
        <pc:sldMkLst>
          <pc:docMk/>
          <pc:sldMk cId="2069449470" sldId="287"/>
        </pc:sldMkLst>
        <pc:spChg chg="mod">
          <ac:chgData name="Matteo Figini" userId="S::10679359@polimi.it::b11f85f5-4439-44ce-8347-b655c4eb67c2" providerId="AD" clId="Web-{29D67517-300D-D461-DA6F-B8004C2AF5CF}" dt="2025-09-23T09:26:10.327" v="75" actId="20577"/>
          <ac:spMkLst>
            <pc:docMk/>
            <pc:sldMk cId="2069449470" sldId="287"/>
            <ac:spMk id="4" creationId="{E070CD1D-3D0F-F679-1F29-DB82F66F1156}"/>
          </ac:spMkLst>
        </pc:spChg>
      </pc:sldChg>
      <pc:sldChg chg="modSp">
        <pc:chgData name="Matteo Figini" userId="S::10679359@polimi.it::b11f85f5-4439-44ce-8347-b655c4eb67c2" providerId="AD" clId="Web-{29D67517-300D-D461-DA6F-B8004C2AF5CF}" dt="2025-09-23T09:25:04.171" v="48" actId="20577"/>
        <pc:sldMkLst>
          <pc:docMk/>
          <pc:sldMk cId="2483684841" sldId="294"/>
        </pc:sldMkLst>
        <pc:spChg chg="mod">
          <ac:chgData name="Matteo Figini" userId="S::10679359@polimi.it::b11f85f5-4439-44ce-8347-b655c4eb67c2" providerId="AD" clId="Web-{29D67517-300D-D461-DA6F-B8004C2AF5CF}" dt="2025-09-23T09:25:04.171" v="48" actId="20577"/>
          <ac:spMkLst>
            <pc:docMk/>
            <pc:sldMk cId="2483684841" sldId="294"/>
            <ac:spMk id="4" creationId="{16822544-7B86-69D8-4DD0-C5333BA412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FC050-9C1D-4A44-B4C3-0E30B77BCAC1}" type="datetimeFigureOut">
              <a:rPr lang="it-IT" smtClean="0"/>
              <a:t>23/09/2025</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D5E19-E7CA-45F6-8D44-210B4E61BA9F}" type="slidenum">
              <a:rPr lang="it-IT" smtClean="0"/>
              <a:t>‹#›</a:t>
            </a:fld>
            <a:endParaRPr lang="it-IT"/>
          </a:p>
        </p:txBody>
      </p:sp>
    </p:spTree>
    <p:extLst>
      <p:ext uri="{BB962C8B-B14F-4D97-AF65-F5344CB8AC3E}">
        <p14:creationId xmlns:p14="http://schemas.microsoft.com/office/powerpoint/2010/main" val="127040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used, first SMA on a 20 frames window, then EWMA</a:t>
            </a:r>
          </a:p>
        </p:txBody>
      </p:sp>
      <p:sp>
        <p:nvSpPr>
          <p:cNvPr id="4" name="Slide Number Placeholder 3"/>
          <p:cNvSpPr>
            <a:spLocks noGrp="1"/>
          </p:cNvSpPr>
          <p:nvPr>
            <p:ph type="sldNum" sz="quarter" idx="5"/>
          </p:nvPr>
        </p:nvSpPr>
        <p:spPr/>
        <p:txBody>
          <a:bodyPr/>
          <a:lstStyle/>
          <a:p>
            <a:fld id="{E50D5E19-E7CA-45F6-8D44-210B4E61BA9F}" type="slidenum">
              <a:rPr lang="it-IT" smtClean="0"/>
              <a:t>3</a:t>
            </a:fld>
            <a:endParaRPr lang="it-IT"/>
          </a:p>
        </p:txBody>
      </p:sp>
    </p:spTree>
    <p:extLst>
      <p:ext uri="{BB962C8B-B14F-4D97-AF65-F5344CB8AC3E}">
        <p14:creationId xmlns:p14="http://schemas.microsoft.com/office/powerpoint/2010/main" val="68178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 values from the data collection setup are used to determinate the position labeling, another approach was trying to have the label where we have the brightest point in the image but the images sucks so it does not work well</a:t>
            </a:r>
          </a:p>
        </p:txBody>
      </p:sp>
      <p:sp>
        <p:nvSpPr>
          <p:cNvPr id="4" name="Slide Number Placeholder 3"/>
          <p:cNvSpPr>
            <a:spLocks noGrp="1"/>
          </p:cNvSpPr>
          <p:nvPr>
            <p:ph type="sldNum" sz="quarter" idx="5"/>
          </p:nvPr>
        </p:nvSpPr>
        <p:spPr/>
        <p:txBody>
          <a:bodyPr/>
          <a:lstStyle/>
          <a:p>
            <a:fld id="{E50D5E19-E7CA-45F6-8D44-210B4E61BA9F}" type="slidenum">
              <a:rPr lang="it-IT" smtClean="0"/>
              <a:t>7</a:t>
            </a:fld>
            <a:endParaRPr lang="it-IT"/>
          </a:p>
        </p:txBody>
      </p:sp>
    </p:spTree>
    <p:extLst>
      <p:ext uri="{BB962C8B-B14F-4D97-AF65-F5344CB8AC3E}">
        <p14:creationId xmlns:p14="http://schemas.microsoft.com/office/powerpoint/2010/main" val="2197236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use </a:t>
            </a:r>
          </a:p>
        </p:txBody>
      </p:sp>
      <p:sp>
        <p:nvSpPr>
          <p:cNvPr id="4" name="Slide Number Placeholder 3"/>
          <p:cNvSpPr>
            <a:spLocks noGrp="1"/>
          </p:cNvSpPr>
          <p:nvPr>
            <p:ph type="sldNum" sz="quarter" idx="5"/>
          </p:nvPr>
        </p:nvSpPr>
        <p:spPr/>
        <p:txBody>
          <a:bodyPr/>
          <a:lstStyle/>
          <a:p>
            <a:fld id="{E50D5E19-E7CA-45F6-8D44-210B4E61BA9F}" type="slidenum">
              <a:rPr lang="it-IT" smtClean="0"/>
              <a:t>8</a:t>
            </a:fld>
            <a:endParaRPr lang="it-IT"/>
          </a:p>
        </p:txBody>
      </p:sp>
    </p:spTree>
    <p:extLst>
      <p:ext uri="{BB962C8B-B14F-4D97-AF65-F5344CB8AC3E}">
        <p14:creationId xmlns:p14="http://schemas.microsoft.com/office/powerpoint/2010/main" val="3400068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disadvantage of object detectors is that they are computationally very expensive and require a huge amount of annotated train </a:t>
            </a:r>
            <a:r>
              <a:rPr lang="en-US" err="1"/>
              <a:t>ing</a:t>
            </a:r>
            <a:r>
              <a:rPr lang="en-US"/>
              <a:t> data. FOMO is good </a:t>
            </a:r>
            <a:r>
              <a:rPr lang="en-US" err="1"/>
              <a:t>fro</a:t>
            </a:r>
            <a:r>
              <a:rPr lang="en-US"/>
              <a:t> constrained devices, good advances of </a:t>
            </a:r>
            <a:r>
              <a:rPr lang="en-US" err="1"/>
              <a:t>TinyML</a:t>
            </a:r>
            <a:r>
              <a:rPr lang="en-US"/>
              <a:t> that can execute object detection in these devices.</a:t>
            </a:r>
          </a:p>
        </p:txBody>
      </p:sp>
      <p:sp>
        <p:nvSpPr>
          <p:cNvPr id="4" name="Slide Number Placeholder 3"/>
          <p:cNvSpPr>
            <a:spLocks noGrp="1"/>
          </p:cNvSpPr>
          <p:nvPr>
            <p:ph type="sldNum" sz="quarter" idx="5"/>
          </p:nvPr>
        </p:nvSpPr>
        <p:spPr/>
        <p:txBody>
          <a:bodyPr/>
          <a:lstStyle/>
          <a:p>
            <a:fld id="{E50D5E19-E7CA-45F6-8D44-210B4E61BA9F}" type="slidenum">
              <a:rPr lang="it-IT" smtClean="0"/>
              <a:t>10</a:t>
            </a:fld>
            <a:endParaRPr lang="it-IT"/>
          </a:p>
        </p:txBody>
      </p:sp>
    </p:spTree>
    <p:extLst>
      <p:ext uri="{BB962C8B-B14F-4D97-AF65-F5344CB8AC3E}">
        <p14:creationId xmlns:p14="http://schemas.microsoft.com/office/powerpoint/2010/main" val="591480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Moving-average over slow-time (frames) to remove static clutter.</a:t>
            </a:r>
          </a:p>
          <a:p>
            <a:pPr marL="285750" indent="-285750">
              <a:buFont typeface="Arial"/>
              <a:buChar char="•"/>
            </a:pPr>
            <a:r>
              <a:rPr lang="en-US"/>
              <a:t>Each frame is corrected by subtracting the mean of previous frames.</a:t>
            </a:r>
          </a:p>
          <a:p>
            <a:pPr marL="285750" indent="-285750">
              <a:buFont typeface="Arial"/>
              <a:buChar char="•"/>
            </a:pPr>
            <a:r>
              <a:rPr lang="en-US"/>
              <a:t>Suppresses reflections from stationary objects, highlighting moving targets.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E50D5E19-E7CA-45F6-8D44-210B4E61BA9F}" type="slidenum">
              <a:rPr lang="it-IT" smtClean="0"/>
              <a:t>19</a:t>
            </a:fld>
            <a:endParaRPr lang="it-IT"/>
          </a:p>
        </p:txBody>
      </p:sp>
    </p:spTree>
    <p:extLst>
      <p:ext uri="{BB962C8B-B14F-4D97-AF65-F5344CB8AC3E}">
        <p14:creationId xmlns:p14="http://schemas.microsoft.com/office/powerpoint/2010/main" val="24365576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r="1564" b="42715"/>
          <a:stretch/>
        </p:blipFill>
        <p:spPr>
          <a:xfrm>
            <a:off x="0" y="1485900"/>
            <a:ext cx="12192000" cy="53721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2400" y="66675"/>
            <a:ext cx="4552632" cy="1348649"/>
          </a:xfrm>
          <a:prstGeom prst="rect">
            <a:avLst/>
          </a:prstGeom>
        </p:spPr>
      </p:pic>
      <p:sp>
        <p:nvSpPr>
          <p:cNvPr id="9" name="Title 8"/>
          <p:cNvSpPr>
            <a:spLocks noGrp="1"/>
          </p:cNvSpPr>
          <p:nvPr>
            <p:ph type="title" hasCustomPrompt="1"/>
          </p:nvPr>
        </p:nvSpPr>
        <p:spPr>
          <a:xfrm>
            <a:off x="838200" y="2441055"/>
            <a:ext cx="10515600" cy="1325563"/>
          </a:xfrm>
        </p:spPr>
        <p:txBody>
          <a:bodyPr/>
          <a:lstStyle>
            <a:lvl1pPr algn="ctr">
              <a:defRPr b="1" baseline="0">
                <a:solidFill>
                  <a:schemeClr val="bg1"/>
                </a:solidFill>
              </a:defRPr>
            </a:lvl1pPr>
          </a:lstStyle>
          <a:p>
            <a:r>
              <a:rPr lang="it-IT" noProof="0"/>
              <a:t>Titolo Della Tesi</a:t>
            </a:r>
          </a:p>
        </p:txBody>
      </p:sp>
      <p:sp>
        <p:nvSpPr>
          <p:cNvPr id="16" name="Text Placeholder 10"/>
          <p:cNvSpPr>
            <a:spLocks noGrp="1"/>
          </p:cNvSpPr>
          <p:nvPr>
            <p:ph type="body" sz="quarter" idx="11" hasCustomPrompt="1"/>
          </p:nvPr>
        </p:nvSpPr>
        <p:spPr>
          <a:xfrm>
            <a:off x="393353" y="5415995"/>
            <a:ext cx="3527854" cy="319859"/>
          </a:xfrm>
          <a:prstGeom prst="rect">
            <a:avLst/>
          </a:prstGeom>
        </p:spPr>
        <p:txBody>
          <a:bodyPr/>
          <a:lstStyle>
            <a:lvl1pPr marL="0" indent="0">
              <a:buNone/>
              <a:defRPr sz="1600" b="0" baseline="0">
                <a:solidFill>
                  <a:schemeClr val="bg1"/>
                </a:solidFill>
                <a:latin typeface="+mj-lt"/>
              </a:defRPr>
            </a:lvl1pPr>
          </a:lstStyle>
          <a:p>
            <a:pPr lvl="0"/>
            <a:r>
              <a:rPr lang="it-IT" noProof="0"/>
              <a:t>Relatore</a:t>
            </a:r>
          </a:p>
        </p:txBody>
      </p:sp>
      <p:sp>
        <p:nvSpPr>
          <p:cNvPr id="17" name="Text Placeholder 10"/>
          <p:cNvSpPr>
            <a:spLocks noGrp="1"/>
          </p:cNvSpPr>
          <p:nvPr>
            <p:ph type="body" sz="quarter" idx="12" hasCustomPrompt="1"/>
          </p:nvPr>
        </p:nvSpPr>
        <p:spPr>
          <a:xfrm>
            <a:off x="393353" y="5888254"/>
            <a:ext cx="3527854" cy="319859"/>
          </a:xfrm>
          <a:prstGeom prst="rect">
            <a:avLst/>
          </a:prstGeom>
        </p:spPr>
        <p:txBody>
          <a:bodyPr/>
          <a:lstStyle>
            <a:lvl1pPr marL="0" indent="0">
              <a:buNone/>
              <a:defRPr sz="1600" b="0" baseline="0">
                <a:solidFill>
                  <a:schemeClr val="bg1"/>
                </a:solidFill>
                <a:latin typeface="+mj-lt"/>
              </a:defRPr>
            </a:lvl1pPr>
          </a:lstStyle>
          <a:p>
            <a:pPr lvl="0"/>
            <a:r>
              <a:rPr lang="it-IT" noProof="0"/>
              <a:t>Co-Relatore</a:t>
            </a:r>
          </a:p>
        </p:txBody>
      </p:sp>
      <p:sp>
        <p:nvSpPr>
          <p:cNvPr id="20" name="Text Placeholder 10"/>
          <p:cNvSpPr>
            <a:spLocks noGrp="1"/>
          </p:cNvSpPr>
          <p:nvPr>
            <p:ph type="body" sz="quarter" idx="14" hasCustomPrompt="1"/>
          </p:nvPr>
        </p:nvSpPr>
        <p:spPr>
          <a:xfrm>
            <a:off x="8305798" y="5415995"/>
            <a:ext cx="3527854" cy="319859"/>
          </a:xfrm>
          <a:prstGeom prst="rect">
            <a:avLst/>
          </a:prstGeom>
        </p:spPr>
        <p:txBody>
          <a:bodyPr/>
          <a:lstStyle>
            <a:lvl1pPr marL="0" indent="0" algn="r">
              <a:buNone/>
              <a:defRPr sz="1600" b="0" baseline="0">
                <a:solidFill>
                  <a:schemeClr val="bg1"/>
                </a:solidFill>
                <a:latin typeface="+mj-lt"/>
              </a:defRPr>
            </a:lvl1pPr>
          </a:lstStyle>
          <a:p>
            <a:pPr lvl="0"/>
            <a:r>
              <a:rPr lang="it-IT" noProof="0"/>
              <a:t>Candidato</a:t>
            </a:r>
          </a:p>
        </p:txBody>
      </p:sp>
      <p:sp>
        <p:nvSpPr>
          <p:cNvPr id="21" name="Text Placeholder 10"/>
          <p:cNvSpPr>
            <a:spLocks noGrp="1"/>
          </p:cNvSpPr>
          <p:nvPr>
            <p:ph type="body" sz="quarter" idx="15" hasCustomPrompt="1"/>
          </p:nvPr>
        </p:nvSpPr>
        <p:spPr>
          <a:xfrm>
            <a:off x="8305798" y="5888254"/>
            <a:ext cx="3527854" cy="319859"/>
          </a:xfrm>
          <a:prstGeom prst="rect">
            <a:avLst/>
          </a:prstGeom>
        </p:spPr>
        <p:txBody>
          <a:bodyPr/>
          <a:lstStyle>
            <a:lvl1pPr marL="0" indent="0" algn="r">
              <a:buNone/>
              <a:defRPr sz="1600" b="0" baseline="0">
                <a:solidFill>
                  <a:schemeClr val="bg1"/>
                </a:solidFill>
                <a:latin typeface="+mj-lt"/>
              </a:defRPr>
            </a:lvl1pPr>
          </a:lstStyle>
          <a:p>
            <a:pPr lvl="0"/>
            <a:r>
              <a:rPr lang="it-IT" noProof="0"/>
              <a:t>Anno Accademico</a:t>
            </a:r>
          </a:p>
        </p:txBody>
      </p:sp>
      <p:sp>
        <p:nvSpPr>
          <p:cNvPr id="22" name="TextBox 21"/>
          <p:cNvSpPr txBox="1"/>
          <p:nvPr userDrawn="1"/>
        </p:nvSpPr>
        <p:spPr>
          <a:xfrm>
            <a:off x="4251979" y="6285667"/>
            <a:ext cx="3688042" cy="523220"/>
          </a:xfrm>
          <a:prstGeom prst="rect">
            <a:avLst/>
          </a:prstGeom>
          <a:noFill/>
        </p:spPr>
        <p:txBody>
          <a:bodyPr wrap="square" rtlCol="0">
            <a:spAutoFit/>
          </a:bodyPr>
          <a:lstStyle/>
          <a:p>
            <a:pPr algn="ctr"/>
            <a:r>
              <a:rPr lang="it-IT" sz="1200" baseline="0">
                <a:solidFill>
                  <a:schemeClr val="bg1"/>
                </a:solidFill>
                <a:latin typeface="+mj-lt"/>
              </a:rPr>
              <a:t>Scuola di Ingegneria Industriale e dell’Informazione</a:t>
            </a:r>
          </a:p>
          <a:p>
            <a:pPr algn="ctr"/>
            <a:r>
              <a:rPr lang="it-IT" sz="1600" baseline="0">
                <a:solidFill>
                  <a:schemeClr val="bg1"/>
                </a:solidFill>
                <a:latin typeface="+mj-lt"/>
              </a:rPr>
              <a:t>Laurea Triennale – Ingegneria Energetica</a:t>
            </a:r>
          </a:p>
        </p:txBody>
      </p:sp>
    </p:spTree>
    <p:extLst>
      <p:ext uri="{BB962C8B-B14F-4D97-AF65-F5344CB8AC3E}">
        <p14:creationId xmlns:p14="http://schemas.microsoft.com/office/powerpoint/2010/main" val="595274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r="891" b="2733"/>
          <a:stretch/>
        </p:blipFill>
        <p:spPr>
          <a:xfrm>
            <a:off x="-1" y="6226218"/>
            <a:ext cx="12191999" cy="631782"/>
          </a:xfrm>
          <a:prstGeom prst="rect">
            <a:avLst/>
          </a:prstGeom>
        </p:spPr>
      </p:pic>
      <p:pic>
        <p:nvPicPr>
          <p:cNvPr id="7" name="Picture 6"/>
          <p:cNvPicPr>
            <a:picLocks noChangeAspect="1"/>
          </p:cNvPicPr>
          <p:nvPr userDrawn="1"/>
        </p:nvPicPr>
        <p:blipFill rotWithShape="1">
          <a:blip r:embed="rId3" cstate="print">
            <a:extLst>
              <a:ext uri="{28A0092B-C50C-407E-A947-70E740481C1C}">
                <a14:useLocalDpi xmlns:a14="http://schemas.microsoft.com/office/drawing/2010/main" val="0"/>
              </a:ext>
            </a:extLst>
          </a:blip>
          <a:srcRect t="61196" r="782"/>
          <a:stretch/>
        </p:blipFill>
        <p:spPr>
          <a:xfrm>
            <a:off x="0" y="0"/>
            <a:ext cx="12191999" cy="1023806"/>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9532" y="6267469"/>
            <a:ext cx="3083718" cy="551728"/>
          </a:xfrm>
          <a:prstGeom prst="rect">
            <a:avLst/>
          </a:prstGeom>
        </p:spPr>
      </p:pic>
      <p:sp>
        <p:nvSpPr>
          <p:cNvPr id="16" name="Slide Number Placeholder 15"/>
          <p:cNvSpPr>
            <a:spLocks noGrp="1"/>
          </p:cNvSpPr>
          <p:nvPr>
            <p:ph type="sldNum" sz="quarter" idx="12"/>
          </p:nvPr>
        </p:nvSpPr>
        <p:spPr>
          <a:xfrm>
            <a:off x="11013988" y="6359546"/>
            <a:ext cx="965887" cy="365125"/>
          </a:xfrm>
        </p:spPr>
        <p:txBody>
          <a:bodyPr/>
          <a:lstStyle>
            <a:lvl1pPr>
              <a:defRPr sz="1600" b="1" i="0" baseline="0">
                <a:solidFill>
                  <a:schemeClr val="bg1"/>
                </a:solidFill>
                <a:latin typeface="+mj-lt"/>
                <a:cs typeface="Calibri" panose="020F0502020204030204" pitchFamily="34" charset="0"/>
              </a:defRPr>
            </a:lvl1pPr>
          </a:lstStyle>
          <a:p>
            <a:fld id="{DCE09022-C08B-4F34-B9F0-43AC160DA04C}" type="slidenum">
              <a:rPr lang="it-IT" smtClean="0"/>
              <a:pPr/>
              <a:t>‹#›</a:t>
            </a:fld>
            <a:r>
              <a:rPr lang="it-IT"/>
              <a:t>/XX</a:t>
            </a:r>
          </a:p>
        </p:txBody>
      </p:sp>
      <p:sp>
        <p:nvSpPr>
          <p:cNvPr id="18" name="Title 17"/>
          <p:cNvSpPr>
            <a:spLocks noGrp="1"/>
          </p:cNvSpPr>
          <p:nvPr>
            <p:ph type="title"/>
          </p:nvPr>
        </p:nvSpPr>
        <p:spPr>
          <a:xfrm>
            <a:off x="105355" y="90617"/>
            <a:ext cx="6971271" cy="543697"/>
          </a:xfrm>
        </p:spPr>
        <p:txBody>
          <a:bodyPr>
            <a:normAutofit/>
          </a:bodyPr>
          <a:lstStyle>
            <a:lvl1pPr>
              <a:defRPr sz="2800" b="1" i="1" baseline="0">
                <a:solidFill>
                  <a:schemeClr val="bg1"/>
                </a:solidFill>
                <a:latin typeface="+mj-lt"/>
              </a:defRPr>
            </a:lvl1pPr>
          </a:lstStyle>
          <a:p>
            <a:r>
              <a:rPr lang="it-IT" noProof="0"/>
              <a:t>Click to edit Master title style</a:t>
            </a:r>
          </a:p>
        </p:txBody>
      </p:sp>
    </p:spTree>
    <p:extLst>
      <p:ext uri="{BB962C8B-B14F-4D97-AF65-F5344CB8AC3E}">
        <p14:creationId xmlns:p14="http://schemas.microsoft.com/office/powerpoint/2010/main" val="9479880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150178-FFDF-4188-8352-D71733CC4DC1}" type="slidenum">
              <a:rPr lang="it-IT" smtClean="0"/>
              <a:t>‹#›</a:t>
            </a:fld>
            <a:endParaRPr lang="it-IT"/>
          </a:p>
        </p:txBody>
      </p:sp>
    </p:spTree>
    <p:extLst>
      <p:ext uri="{BB962C8B-B14F-4D97-AF65-F5344CB8AC3E}">
        <p14:creationId xmlns:p14="http://schemas.microsoft.com/office/powerpoint/2010/main" val="3892584695"/>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838199" y="2441055"/>
            <a:ext cx="10888579" cy="2323450"/>
          </a:xfrm>
        </p:spPr>
        <p:txBody>
          <a:bodyPr>
            <a:normAutofit/>
          </a:bodyPr>
          <a:lstStyle/>
          <a:p>
            <a:r>
              <a:rPr lang="en-US"/>
              <a:t>Presence Detection with Ultra-Wide Band Radar</a:t>
            </a:r>
            <a:endParaRPr lang="it-IT"/>
          </a:p>
        </p:txBody>
      </p:sp>
      <p:sp>
        <p:nvSpPr>
          <p:cNvPr id="10" name="Text Placeholder 9"/>
          <p:cNvSpPr>
            <a:spLocks noGrp="1"/>
          </p:cNvSpPr>
          <p:nvPr>
            <p:ph type="body" sz="quarter" idx="11"/>
          </p:nvPr>
        </p:nvSpPr>
        <p:spPr>
          <a:xfrm>
            <a:off x="393353" y="6329010"/>
            <a:ext cx="3527854" cy="319859"/>
          </a:xfrm>
        </p:spPr>
        <p:txBody>
          <a:bodyPr/>
          <a:lstStyle/>
          <a:p>
            <a:r>
              <a:rPr lang="it-IT"/>
              <a:t>Valeria de Gennaro</a:t>
            </a:r>
          </a:p>
        </p:txBody>
      </p:sp>
      <p:sp>
        <p:nvSpPr>
          <p:cNvPr id="11" name="Text Placeholder 10"/>
          <p:cNvSpPr>
            <a:spLocks noGrp="1"/>
          </p:cNvSpPr>
          <p:nvPr>
            <p:ph type="body" sz="quarter" idx="12"/>
          </p:nvPr>
        </p:nvSpPr>
        <p:spPr/>
        <p:txBody>
          <a:bodyPr/>
          <a:lstStyle/>
          <a:p>
            <a:r>
              <a:rPr lang="it-IT"/>
              <a:t>Matteo Figini </a:t>
            </a:r>
          </a:p>
        </p:txBody>
      </p:sp>
      <p:sp>
        <p:nvSpPr>
          <p:cNvPr id="12" name="Text Placeholder 11"/>
          <p:cNvSpPr>
            <a:spLocks noGrp="1"/>
          </p:cNvSpPr>
          <p:nvPr>
            <p:ph type="body" sz="quarter" idx="14"/>
          </p:nvPr>
        </p:nvSpPr>
        <p:spPr/>
        <p:txBody>
          <a:bodyPr/>
          <a:lstStyle/>
          <a:p>
            <a:endParaRPr lang="it-IT"/>
          </a:p>
          <a:p>
            <a:endParaRPr lang="it-IT"/>
          </a:p>
          <a:p>
            <a:endParaRPr lang="it-IT"/>
          </a:p>
          <a:p>
            <a:endParaRPr lang="it-IT"/>
          </a:p>
        </p:txBody>
      </p:sp>
      <p:sp>
        <p:nvSpPr>
          <p:cNvPr id="13" name="Text Placeholder 12"/>
          <p:cNvSpPr>
            <a:spLocks noGrp="1"/>
          </p:cNvSpPr>
          <p:nvPr>
            <p:ph type="body" sz="quarter" idx="15"/>
          </p:nvPr>
        </p:nvSpPr>
        <p:spPr>
          <a:xfrm>
            <a:off x="7307179" y="5888254"/>
            <a:ext cx="4526473" cy="319859"/>
          </a:xfrm>
        </p:spPr>
        <p:txBody>
          <a:bodyPr/>
          <a:lstStyle/>
          <a:p>
            <a:r>
              <a:rPr lang="en-US"/>
              <a:t>Hardware Architectures for Embedded and Edge AI</a:t>
            </a:r>
            <a:endParaRPr lang="it-IT"/>
          </a:p>
          <a:p>
            <a:r>
              <a:rPr lang="it-IT"/>
              <a:t>2024/25</a:t>
            </a:r>
          </a:p>
        </p:txBody>
      </p:sp>
      <p:sp>
        <p:nvSpPr>
          <p:cNvPr id="2" name="Rectangle 1">
            <a:extLst>
              <a:ext uri="{FF2B5EF4-FFF2-40B4-BE49-F238E27FC236}">
                <a16:creationId xmlns:a16="http://schemas.microsoft.com/office/drawing/2014/main" id="{1F2780AF-DE06-925A-2C39-8E3CEF46A603}"/>
              </a:ext>
            </a:extLst>
          </p:cNvPr>
          <p:cNvSpPr/>
          <p:nvPr/>
        </p:nvSpPr>
        <p:spPr>
          <a:xfrm>
            <a:off x="4275221" y="6208113"/>
            <a:ext cx="3585411" cy="561655"/>
          </a:xfrm>
          <a:prstGeom prst="rect">
            <a:avLst/>
          </a:prstGeom>
          <a:solidFill>
            <a:srgbClr val="213652"/>
          </a:solidFill>
          <a:ln>
            <a:solidFill>
              <a:srgbClr val="2136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 name="Text Placeholder 10">
            <a:extLst>
              <a:ext uri="{FF2B5EF4-FFF2-40B4-BE49-F238E27FC236}">
                <a16:creationId xmlns:a16="http://schemas.microsoft.com/office/drawing/2014/main" id="{F68A7834-FFA7-5F9E-DF68-CB0A3DBB67B5}"/>
              </a:ext>
            </a:extLst>
          </p:cNvPr>
          <p:cNvSpPr txBox="1">
            <a:spLocks/>
          </p:cNvSpPr>
          <p:nvPr/>
        </p:nvSpPr>
        <p:spPr>
          <a:xfrm>
            <a:off x="393353" y="5507946"/>
            <a:ext cx="3527854" cy="31985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err="1"/>
              <a:t>Tiya</a:t>
            </a:r>
            <a:r>
              <a:rPr lang="it-IT"/>
              <a:t> </a:t>
            </a:r>
            <a:r>
              <a:rPr lang="it-IT" err="1"/>
              <a:t>Jreige</a:t>
            </a:r>
            <a:endParaRPr lang="it-IT"/>
          </a:p>
        </p:txBody>
      </p:sp>
    </p:spTree>
    <p:extLst>
      <p:ext uri="{BB962C8B-B14F-4D97-AF65-F5344CB8AC3E}">
        <p14:creationId xmlns:p14="http://schemas.microsoft.com/office/powerpoint/2010/main" val="601361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6C9AB5-77F5-38FF-8CCA-0C3779BFA8B0}"/>
              </a:ext>
            </a:extLst>
          </p:cNvPr>
          <p:cNvSpPr>
            <a:spLocks noGrp="1"/>
          </p:cNvSpPr>
          <p:nvPr>
            <p:ph type="sldNum" sz="quarter" idx="12"/>
          </p:nvPr>
        </p:nvSpPr>
        <p:spPr/>
        <p:txBody>
          <a:bodyPr/>
          <a:lstStyle/>
          <a:p>
            <a:fld id="{DCE09022-C08B-4F34-B9F0-43AC160DA04C}" type="slidenum">
              <a:rPr lang="it-IT" smtClean="0"/>
              <a:pPr/>
              <a:t>2</a:t>
            </a:fld>
            <a:r>
              <a:rPr lang="it-IT"/>
              <a:t>/XX</a:t>
            </a:r>
          </a:p>
        </p:txBody>
      </p:sp>
      <p:sp>
        <p:nvSpPr>
          <p:cNvPr id="3" name="Title 2">
            <a:extLst>
              <a:ext uri="{FF2B5EF4-FFF2-40B4-BE49-F238E27FC236}">
                <a16:creationId xmlns:a16="http://schemas.microsoft.com/office/drawing/2014/main" id="{51B72011-8F88-6A6B-6973-7DAC7ADCC29A}"/>
              </a:ext>
            </a:extLst>
          </p:cNvPr>
          <p:cNvSpPr>
            <a:spLocks noGrp="1"/>
          </p:cNvSpPr>
          <p:nvPr>
            <p:ph type="title"/>
          </p:nvPr>
        </p:nvSpPr>
        <p:spPr/>
        <p:txBody>
          <a:bodyPr/>
          <a:lstStyle/>
          <a:p>
            <a:r>
              <a:rPr lang="en-US"/>
              <a:t>DATA COLLECTION</a:t>
            </a:r>
          </a:p>
        </p:txBody>
      </p:sp>
      <p:pic>
        <p:nvPicPr>
          <p:cNvPr id="5" name="Picture 4">
            <a:extLst>
              <a:ext uri="{FF2B5EF4-FFF2-40B4-BE49-F238E27FC236}">
                <a16:creationId xmlns:a16="http://schemas.microsoft.com/office/drawing/2014/main" id="{BDBFBD6A-4D74-A1FA-8645-F99616438808}"/>
              </a:ext>
            </a:extLst>
          </p:cNvPr>
          <p:cNvPicPr>
            <a:picLocks noChangeAspect="1"/>
          </p:cNvPicPr>
          <p:nvPr/>
        </p:nvPicPr>
        <p:blipFill>
          <a:blip r:embed="rId2"/>
          <a:stretch>
            <a:fillRect/>
          </a:stretch>
        </p:blipFill>
        <p:spPr>
          <a:xfrm>
            <a:off x="7403433" y="1177600"/>
            <a:ext cx="3878110" cy="2640209"/>
          </a:xfrm>
          <a:prstGeom prst="rect">
            <a:avLst/>
          </a:prstGeom>
        </p:spPr>
      </p:pic>
      <p:sp>
        <p:nvSpPr>
          <p:cNvPr id="6" name="TextBox 5">
            <a:extLst>
              <a:ext uri="{FF2B5EF4-FFF2-40B4-BE49-F238E27FC236}">
                <a16:creationId xmlns:a16="http://schemas.microsoft.com/office/drawing/2014/main" id="{869C05F3-3F0A-BA33-F9F5-A30AF405465A}"/>
              </a:ext>
            </a:extLst>
          </p:cNvPr>
          <p:cNvSpPr txBox="1"/>
          <p:nvPr/>
        </p:nvSpPr>
        <p:spPr>
          <a:xfrm>
            <a:off x="874295" y="1652337"/>
            <a:ext cx="6202331" cy="3693319"/>
          </a:xfrm>
          <a:prstGeom prst="rect">
            <a:avLst/>
          </a:prstGeom>
          <a:noFill/>
        </p:spPr>
        <p:txBody>
          <a:bodyPr wrap="square" rtlCol="0">
            <a:spAutoFit/>
          </a:bodyPr>
          <a:lstStyle/>
          <a:p>
            <a:pPr marL="285750" indent="-285750">
              <a:buFont typeface="Arial" panose="020B0604020202020204" pitchFamily="34" charset="0"/>
              <a:buChar char="•"/>
            </a:pPr>
            <a:r>
              <a:rPr lang="en-US" b="1"/>
              <a:t>EXPERIMENT</a:t>
            </a:r>
            <a:r>
              <a:rPr lang="en-US"/>
              <a:t>: Nine positions were considered from the radar location, respectively at a distance of </a:t>
            </a:r>
            <a:r>
              <a:rPr lang="en-US" b="1"/>
              <a:t>1.5, 2.5 and 3.5 </a:t>
            </a:r>
            <a:r>
              <a:rPr lang="en-US" b="1" err="1"/>
              <a:t>metres</a:t>
            </a:r>
            <a:r>
              <a:rPr lang="en-US"/>
              <a:t>, and considering angles of </a:t>
            </a:r>
            <a:r>
              <a:rPr lang="en-US" b="1"/>
              <a:t>-22.5°, 0° and 22.5°</a:t>
            </a:r>
            <a:r>
              <a:rPr lang="en-US"/>
              <a:t>.</a:t>
            </a:r>
          </a:p>
          <a:p>
            <a:pPr marL="285750" indent="-285750">
              <a:buFont typeface="Arial" panose="020B0604020202020204" pitchFamily="34" charset="0"/>
              <a:buChar char="•"/>
            </a:pPr>
            <a:endParaRPr lang="en-US" b="1"/>
          </a:p>
          <a:p>
            <a:pPr marL="285750" indent="-285750">
              <a:buFont typeface="Arial" panose="020B0604020202020204" pitchFamily="34" charset="0"/>
              <a:buChar char="•"/>
            </a:pPr>
            <a:endParaRPr lang="en-US" b="1"/>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RADARS USED</a:t>
            </a:r>
            <a:r>
              <a:rPr lang="en-US"/>
              <a:t>: </a:t>
            </a:r>
            <a:r>
              <a:rPr lang="en-US" b="1" err="1"/>
              <a:t>TrueSense</a:t>
            </a:r>
            <a:r>
              <a:rPr lang="en-US" b="1"/>
              <a:t> SR250 </a:t>
            </a:r>
            <a:r>
              <a:rPr lang="en-US"/>
              <a:t>and an </a:t>
            </a:r>
            <a:r>
              <a:rPr lang="en-US" b="1" err="1"/>
              <a:t>InfineonPWMC</a:t>
            </a:r>
            <a:r>
              <a:rPr lang="en-US"/>
              <a:t> radar. </a:t>
            </a:r>
          </a:p>
          <a:p>
            <a:endParaRPr lang="en-US"/>
          </a:p>
          <a:p>
            <a:pPr marL="285750" indent="-285750">
              <a:buFont typeface="Arial" panose="020B0604020202020204" pitchFamily="34" charset="0"/>
              <a:buChar char="•"/>
            </a:pPr>
            <a:r>
              <a:rPr lang="en-US" b="1"/>
              <a:t>DATA: </a:t>
            </a:r>
            <a:r>
              <a:rPr lang="en-US"/>
              <a:t>90 samples collected. Up to 4 people standing in a specific location for 1 minute, plus couple of samples containing one person moving around different positions every 30 seconds.</a:t>
            </a:r>
          </a:p>
        </p:txBody>
      </p:sp>
    </p:spTree>
    <p:extLst>
      <p:ext uri="{BB962C8B-B14F-4D97-AF65-F5344CB8AC3E}">
        <p14:creationId xmlns:p14="http://schemas.microsoft.com/office/powerpoint/2010/main" val="2737722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391F0-A8F0-4F46-E870-CB20E4A71E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BFEBE6-E4F2-CD37-69A3-079152280980}"/>
              </a:ext>
            </a:extLst>
          </p:cNvPr>
          <p:cNvSpPr>
            <a:spLocks noGrp="1"/>
          </p:cNvSpPr>
          <p:nvPr>
            <p:ph type="sldNum" sz="quarter" idx="12"/>
          </p:nvPr>
        </p:nvSpPr>
        <p:spPr/>
        <p:txBody>
          <a:bodyPr/>
          <a:lstStyle/>
          <a:p>
            <a:fld id="{DCE09022-C08B-4F34-B9F0-43AC160DA04C}" type="slidenum">
              <a:rPr lang="it-IT" smtClean="0"/>
              <a:pPr/>
              <a:t>3</a:t>
            </a:fld>
            <a:r>
              <a:rPr lang="it-IT"/>
              <a:t>/XX</a:t>
            </a:r>
          </a:p>
        </p:txBody>
      </p:sp>
      <p:sp>
        <p:nvSpPr>
          <p:cNvPr id="3" name="Title 2">
            <a:extLst>
              <a:ext uri="{FF2B5EF4-FFF2-40B4-BE49-F238E27FC236}">
                <a16:creationId xmlns:a16="http://schemas.microsoft.com/office/drawing/2014/main" id="{9EDC3475-B3BA-F949-5DF3-BBAC2C2DAF84}"/>
              </a:ext>
            </a:extLst>
          </p:cNvPr>
          <p:cNvSpPr>
            <a:spLocks noGrp="1"/>
          </p:cNvSpPr>
          <p:nvPr>
            <p:ph type="title"/>
          </p:nvPr>
        </p:nvSpPr>
        <p:spPr/>
        <p:txBody>
          <a:bodyPr/>
          <a:lstStyle/>
          <a:p>
            <a:r>
              <a:rPr lang="en-US"/>
              <a:t>PREPROCESSING</a:t>
            </a:r>
          </a:p>
        </p:txBody>
      </p:sp>
      <p:sp>
        <p:nvSpPr>
          <p:cNvPr id="4" name="TextBox 3">
            <a:extLst>
              <a:ext uri="{FF2B5EF4-FFF2-40B4-BE49-F238E27FC236}">
                <a16:creationId xmlns:a16="http://schemas.microsoft.com/office/drawing/2014/main" id="{C54C8FCB-42B3-B2ED-C663-37DB5DDFDA0A}"/>
              </a:ext>
            </a:extLst>
          </p:cNvPr>
          <p:cNvSpPr txBox="1"/>
          <p:nvPr/>
        </p:nvSpPr>
        <p:spPr>
          <a:xfrm>
            <a:off x="1074821" y="1644316"/>
            <a:ext cx="7382790" cy="1200329"/>
          </a:xfrm>
          <a:prstGeom prst="rect">
            <a:avLst/>
          </a:prstGeom>
          <a:noFill/>
        </p:spPr>
        <p:txBody>
          <a:bodyPr wrap="none" rtlCol="0">
            <a:spAutoFit/>
          </a:bodyPr>
          <a:lstStyle/>
          <a:p>
            <a:pPr marL="285750" indent="-285750">
              <a:buFont typeface="Arial" panose="020B0604020202020204" pitchFamily="34" charset="0"/>
              <a:buChar char="•"/>
            </a:pPr>
            <a:r>
              <a:rPr lang="en-US" b="1"/>
              <a:t>DECLUTTERING</a:t>
            </a:r>
            <a:r>
              <a:rPr lang="en-US"/>
              <a:t>: removes static reflections (clutter) from the environment</a:t>
            </a:r>
          </a:p>
          <a:p>
            <a:pPr lvl="1"/>
            <a:endParaRPr lang="en-US"/>
          </a:p>
          <a:p>
            <a:pPr lvl="1"/>
            <a:endParaRPr lang="en-US"/>
          </a:p>
          <a:p>
            <a:pPr lvl="1"/>
            <a:r>
              <a:rPr lang="en-US"/>
              <a:t>-Simple Moving Average</a:t>
            </a:r>
          </a:p>
        </p:txBody>
      </p:sp>
      <p:pic>
        <p:nvPicPr>
          <p:cNvPr id="6" name="Picture 5">
            <a:extLst>
              <a:ext uri="{FF2B5EF4-FFF2-40B4-BE49-F238E27FC236}">
                <a16:creationId xmlns:a16="http://schemas.microsoft.com/office/drawing/2014/main" id="{662503E6-FA01-B55C-D61B-53D3F3C167AE}"/>
              </a:ext>
            </a:extLst>
          </p:cNvPr>
          <p:cNvPicPr>
            <a:picLocks noChangeAspect="1"/>
          </p:cNvPicPr>
          <p:nvPr/>
        </p:nvPicPr>
        <p:blipFill>
          <a:blip r:embed="rId3"/>
          <a:stretch>
            <a:fillRect/>
          </a:stretch>
        </p:blipFill>
        <p:spPr>
          <a:xfrm>
            <a:off x="4443984" y="2340004"/>
            <a:ext cx="4286848" cy="704948"/>
          </a:xfrm>
          <a:prstGeom prst="rect">
            <a:avLst/>
          </a:prstGeom>
        </p:spPr>
      </p:pic>
      <p:sp>
        <p:nvSpPr>
          <p:cNvPr id="8" name="TextBox 7">
            <a:extLst>
              <a:ext uri="{FF2B5EF4-FFF2-40B4-BE49-F238E27FC236}">
                <a16:creationId xmlns:a16="http://schemas.microsoft.com/office/drawing/2014/main" id="{CB63B734-BC35-9AC3-394B-B9ECCD38FA21}"/>
              </a:ext>
            </a:extLst>
          </p:cNvPr>
          <p:cNvSpPr txBox="1"/>
          <p:nvPr/>
        </p:nvSpPr>
        <p:spPr>
          <a:xfrm>
            <a:off x="1536192" y="3371308"/>
            <a:ext cx="5669280" cy="369332"/>
          </a:xfrm>
          <a:prstGeom prst="rect">
            <a:avLst/>
          </a:prstGeom>
          <a:noFill/>
        </p:spPr>
        <p:txBody>
          <a:bodyPr wrap="square" rtlCol="0">
            <a:spAutoFit/>
          </a:bodyPr>
          <a:lstStyle/>
          <a:p>
            <a:r>
              <a:rPr lang="en-US"/>
              <a:t>- Exponentially-Weighted Moving Average</a:t>
            </a:r>
          </a:p>
        </p:txBody>
      </p:sp>
      <p:pic>
        <p:nvPicPr>
          <p:cNvPr id="10" name="Picture 9">
            <a:extLst>
              <a:ext uri="{FF2B5EF4-FFF2-40B4-BE49-F238E27FC236}">
                <a16:creationId xmlns:a16="http://schemas.microsoft.com/office/drawing/2014/main" id="{5AE760A8-9E86-9AD1-BB17-F123D10B60E1}"/>
              </a:ext>
            </a:extLst>
          </p:cNvPr>
          <p:cNvPicPr>
            <a:picLocks noChangeAspect="1"/>
          </p:cNvPicPr>
          <p:nvPr/>
        </p:nvPicPr>
        <p:blipFill>
          <a:blip r:embed="rId4"/>
          <a:stretch>
            <a:fillRect/>
          </a:stretch>
        </p:blipFill>
        <p:spPr>
          <a:xfrm>
            <a:off x="5883457" y="3302429"/>
            <a:ext cx="4667901" cy="438211"/>
          </a:xfrm>
          <a:prstGeom prst="rect">
            <a:avLst/>
          </a:prstGeom>
        </p:spPr>
      </p:pic>
      <p:pic>
        <p:nvPicPr>
          <p:cNvPr id="7" name="Picture 6">
            <a:extLst>
              <a:ext uri="{FF2B5EF4-FFF2-40B4-BE49-F238E27FC236}">
                <a16:creationId xmlns:a16="http://schemas.microsoft.com/office/drawing/2014/main" id="{B9B8718C-B735-B324-0F2D-815D5FDB11A0}"/>
              </a:ext>
            </a:extLst>
          </p:cNvPr>
          <p:cNvPicPr>
            <a:picLocks noChangeAspect="1"/>
          </p:cNvPicPr>
          <p:nvPr/>
        </p:nvPicPr>
        <p:blipFill>
          <a:blip r:embed="rId5"/>
          <a:stretch>
            <a:fillRect/>
          </a:stretch>
        </p:blipFill>
        <p:spPr>
          <a:xfrm>
            <a:off x="3281829" y="3809519"/>
            <a:ext cx="5020376" cy="2191056"/>
          </a:xfrm>
          <a:prstGeom prst="rect">
            <a:avLst/>
          </a:prstGeom>
        </p:spPr>
      </p:pic>
    </p:spTree>
    <p:extLst>
      <p:ext uri="{BB962C8B-B14F-4D97-AF65-F5344CB8AC3E}">
        <p14:creationId xmlns:p14="http://schemas.microsoft.com/office/powerpoint/2010/main" val="2956470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E79AA-83A5-62F4-9186-89E0F8A280EE}"/>
              </a:ext>
            </a:extLst>
          </p:cNvPr>
          <p:cNvSpPr>
            <a:spLocks noGrp="1"/>
          </p:cNvSpPr>
          <p:nvPr>
            <p:ph type="sldNum" sz="quarter" idx="12"/>
          </p:nvPr>
        </p:nvSpPr>
        <p:spPr/>
        <p:txBody>
          <a:bodyPr/>
          <a:lstStyle/>
          <a:p>
            <a:fld id="{DCE09022-C08B-4F34-B9F0-43AC160DA04C}" type="slidenum">
              <a:rPr lang="it-IT" smtClean="0"/>
              <a:pPr/>
              <a:t>4</a:t>
            </a:fld>
            <a:r>
              <a:rPr lang="it-IT"/>
              <a:t>/XX</a:t>
            </a:r>
          </a:p>
        </p:txBody>
      </p:sp>
      <p:sp>
        <p:nvSpPr>
          <p:cNvPr id="3" name="Title 2">
            <a:extLst>
              <a:ext uri="{FF2B5EF4-FFF2-40B4-BE49-F238E27FC236}">
                <a16:creationId xmlns:a16="http://schemas.microsoft.com/office/drawing/2014/main" id="{DFAA1D21-D8C6-1EAD-5664-1BF127EDA24B}"/>
              </a:ext>
            </a:extLst>
          </p:cNvPr>
          <p:cNvSpPr>
            <a:spLocks noGrp="1"/>
          </p:cNvSpPr>
          <p:nvPr>
            <p:ph type="title"/>
          </p:nvPr>
        </p:nvSpPr>
        <p:spPr/>
        <p:txBody>
          <a:bodyPr/>
          <a:lstStyle/>
          <a:p>
            <a:r>
              <a:rPr lang="en-US"/>
              <a:t>PREPROCESSING</a:t>
            </a:r>
          </a:p>
        </p:txBody>
      </p:sp>
      <p:sp>
        <p:nvSpPr>
          <p:cNvPr id="4" name="TextBox 3">
            <a:extLst>
              <a:ext uri="{FF2B5EF4-FFF2-40B4-BE49-F238E27FC236}">
                <a16:creationId xmlns:a16="http://schemas.microsoft.com/office/drawing/2014/main" id="{B42956B2-4247-6AB5-92C0-C486A0078A81}"/>
              </a:ext>
            </a:extLst>
          </p:cNvPr>
          <p:cNvSpPr txBox="1"/>
          <p:nvPr/>
        </p:nvSpPr>
        <p:spPr>
          <a:xfrm>
            <a:off x="970548" y="1491916"/>
            <a:ext cx="8711744" cy="923330"/>
          </a:xfrm>
          <a:prstGeom prst="rect">
            <a:avLst/>
          </a:prstGeom>
          <a:noFill/>
        </p:spPr>
        <p:txBody>
          <a:bodyPr wrap="none" rtlCol="0">
            <a:spAutoFit/>
          </a:bodyPr>
          <a:lstStyle/>
          <a:p>
            <a:pPr marL="285750" indent="-285750">
              <a:buFont typeface="Arial" panose="020B0604020202020204" pitchFamily="34" charset="0"/>
              <a:buChar char="•"/>
            </a:pPr>
            <a:r>
              <a:rPr lang="en-US" b="1"/>
              <a:t>DIGITAL BEAMFORMING</a:t>
            </a:r>
            <a:r>
              <a:rPr lang="en-US"/>
              <a:t>:  applying calculated complex weights to the individual signals </a:t>
            </a:r>
          </a:p>
          <a:p>
            <a:r>
              <a:rPr lang="en-US"/>
              <a:t>     from multiple receiver antennas before summing them</a:t>
            </a:r>
          </a:p>
          <a:p>
            <a:endParaRPr lang="en-US"/>
          </a:p>
        </p:txBody>
      </p:sp>
      <p:pic>
        <p:nvPicPr>
          <p:cNvPr id="6" name="Picture 5">
            <a:extLst>
              <a:ext uri="{FF2B5EF4-FFF2-40B4-BE49-F238E27FC236}">
                <a16:creationId xmlns:a16="http://schemas.microsoft.com/office/drawing/2014/main" id="{453CFE25-DE3D-8ED5-6E67-D69EC498A43D}"/>
              </a:ext>
            </a:extLst>
          </p:cNvPr>
          <p:cNvPicPr>
            <a:picLocks noChangeAspect="1"/>
          </p:cNvPicPr>
          <p:nvPr/>
        </p:nvPicPr>
        <p:blipFill>
          <a:blip r:embed="rId2"/>
          <a:stretch>
            <a:fillRect/>
          </a:stretch>
        </p:blipFill>
        <p:spPr>
          <a:xfrm>
            <a:off x="7443604" y="2803501"/>
            <a:ext cx="4477375" cy="2562583"/>
          </a:xfrm>
          <a:prstGeom prst="rect">
            <a:avLst/>
          </a:prstGeom>
        </p:spPr>
      </p:pic>
      <p:pic>
        <p:nvPicPr>
          <p:cNvPr id="8" name="Picture 7">
            <a:extLst>
              <a:ext uri="{FF2B5EF4-FFF2-40B4-BE49-F238E27FC236}">
                <a16:creationId xmlns:a16="http://schemas.microsoft.com/office/drawing/2014/main" id="{033B086B-1C7D-4653-2437-D8B04B3D7088}"/>
              </a:ext>
            </a:extLst>
          </p:cNvPr>
          <p:cNvPicPr>
            <a:picLocks noChangeAspect="1"/>
          </p:cNvPicPr>
          <p:nvPr/>
        </p:nvPicPr>
        <p:blipFill>
          <a:blip r:embed="rId3"/>
          <a:stretch>
            <a:fillRect/>
          </a:stretch>
        </p:blipFill>
        <p:spPr>
          <a:xfrm>
            <a:off x="1628775" y="2800350"/>
            <a:ext cx="4467225" cy="628650"/>
          </a:xfrm>
          <a:prstGeom prst="rect">
            <a:avLst/>
          </a:prstGeom>
        </p:spPr>
      </p:pic>
      <p:sp>
        <p:nvSpPr>
          <p:cNvPr id="7" name="TextBox 6">
            <a:extLst>
              <a:ext uri="{FF2B5EF4-FFF2-40B4-BE49-F238E27FC236}">
                <a16:creationId xmlns:a16="http://schemas.microsoft.com/office/drawing/2014/main" id="{841C6908-329A-BFCF-B394-67DA422E1262}"/>
              </a:ext>
            </a:extLst>
          </p:cNvPr>
          <p:cNvSpPr txBox="1"/>
          <p:nvPr/>
        </p:nvSpPr>
        <p:spPr>
          <a:xfrm>
            <a:off x="1247274" y="4400544"/>
            <a:ext cx="6104020" cy="923330"/>
          </a:xfrm>
          <a:prstGeom prst="rect">
            <a:avLst/>
          </a:prstGeom>
          <a:noFill/>
        </p:spPr>
        <p:txBody>
          <a:bodyPr wrap="square">
            <a:spAutoFit/>
          </a:bodyPr>
          <a:lstStyle/>
          <a:p>
            <a:r>
              <a:rPr lang="en-US"/>
              <a:t>Transforms the raw time-domain radar measurements into a spatial representation, making it possible to pinpoint the angular location of targets relative to the radar system.</a:t>
            </a:r>
          </a:p>
        </p:txBody>
      </p:sp>
    </p:spTree>
    <p:extLst>
      <p:ext uri="{BB962C8B-B14F-4D97-AF65-F5344CB8AC3E}">
        <p14:creationId xmlns:p14="http://schemas.microsoft.com/office/powerpoint/2010/main" val="316072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B01D-E3EC-8104-FD4B-284F3583F6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984292-3220-0CF9-D674-D0138C311C15}"/>
              </a:ext>
            </a:extLst>
          </p:cNvPr>
          <p:cNvSpPr>
            <a:spLocks noGrp="1"/>
          </p:cNvSpPr>
          <p:nvPr>
            <p:ph type="sldNum" sz="quarter" idx="12"/>
          </p:nvPr>
        </p:nvSpPr>
        <p:spPr/>
        <p:txBody>
          <a:bodyPr/>
          <a:lstStyle/>
          <a:p>
            <a:fld id="{DCE09022-C08B-4F34-B9F0-43AC160DA04C}" type="slidenum">
              <a:rPr lang="it-IT" smtClean="0"/>
              <a:pPr/>
              <a:t>5</a:t>
            </a:fld>
            <a:r>
              <a:rPr lang="it-IT"/>
              <a:t>/XX</a:t>
            </a:r>
          </a:p>
        </p:txBody>
      </p:sp>
      <p:sp>
        <p:nvSpPr>
          <p:cNvPr id="3" name="Title 2">
            <a:extLst>
              <a:ext uri="{FF2B5EF4-FFF2-40B4-BE49-F238E27FC236}">
                <a16:creationId xmlns:a16="http://schemas.microsoft.com/office/drawing/2014/main" id="{E641F675-98A6-40C7-0AC0-1AE4976A72C7}"/>
              </a:ext>
            </a:extLst>
          </p:cNvPr>
          <p:cNvSpPr>
            <a:spLocks noGrp="1"/>
          </p:cNvSpPr>
          <p:nvPr>
            <p:ph type="title"/>
          </p:nvPr>
        </p:nvSpPr>
        <p:spPr/>
        <p:txBody>
          <a:bodyPr/>
          <a:lstStyle/>
          <a:p>
            <a:r>
              <a:rPr lang="en-US"/>
              <a:t>PREPROCESSING</a:t>
            </a:r>
          </a:p>
        </p:txBody>
      </p:sp>
      <p:sp>
        <p:nvSpPr>
          <p:cNvPr id="4" name="TextBox 3">
            <a:extLst>
              <a:ext uri="{FF2B5EF4-FFF2-40B4-BE49-F238E27FC236}">
                <a16:creationId xmlns:a16="http://schemas.microsoft.com/office/drawing/2014/main" id="{8886B7FE-6255-678F-D57B-5F881F191A9F}"/>
              </a:ext>
            </a:extLst>
          </p:cNvPr>
          <p:cNvSpPr txBox="1"/>
          <p:nvPr/>
        </p:nvSpPr>
        <p:spPr>
          <a:xfrm>
            <a:off x="970548" y="1491916"/>
            <a:ext cx="10433177" cy="2308324"/>
          </a:xfrm>
          <a:prstGeom prst="rect">
            <a:avLst/>
          </a:prstGeom>
          <a:noFill/>
        </p:spPr>
        <p:txBody>
          <a:bodyPr wrap="none" rtlCol="0">
            <a:spAutoFit/>
          </a:bodyPr>
          <a:lstStyle/>
          <a:p>
            <a:pPr marL="285750" indent="-285750">
              <a:buFont typeface="Arial" panose="020B0604020202020204" pitchFamily="34" charset="0"/>
              <a:buChar char="•"/>
            </a:pPr>
            <a:r>
              <a:rPr lang="en-US" b="1"/>
              <a:t>DIGITAL BEAMFORMING</a:t>
            </a:r>
            <a:r>
              <a:rPr lang="en-US"/>
              <a:t>: for each of the radar used, different values of the following parameters are used</a:t>
            </a:r>
          </a:p>
          <a:p>
            <a:pPr marL="285750" indent="-285750">
              <a:buFont typeface="Arial" panose="020B0604020202020204" pitchFamily="34" charset="0"/>
              <a:buChar char="•"/>
            </a:pPr>
            <a:endParaRPr lang="en-US"/>
          </a:p>
          <a:p>
            <a:pPr marL="742950" lvl="1" indent="-285750">
              <a:buFont typeface="Arial" panose="020B0604020202020204" pitchFamily="34" charset="0"/>
              <a:buChar char="•"/>
            </a:pPr>
            <a:r>
              <a:rPr lang="en-US"/>
              <a:t>NUMBER OF ANTENNAS</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DISTANCE BETWEEN RX ANTENNA ELEMENTS </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a:t>CENTER FREQUENCY OF RADAR PULSE </a:t>
            </a:r>
          </a:p>
          <a:p>
            <a:endParaRPr lang="en-US"/>
          </a:p>
        </p:txBody>
      </p:sp>
      <p:pic>
        <p:nvPicPr>
          <p:cNvPr id="6" name="Picture 5">
            <a:extLst>
              <a:ext uri="{FF2B5EF4-FFF2-40B4-BE49-F238E27FC236}">
                <a16:creationId xmlns:a16="http://schemas.microsoft.com/office/drawing/2014/main" id="{E3C33B30-B3C5-FB45-660A-EF20CDEC30B4}"/>
              </a:ext>
            </a:extLst>
          </p:cNvPr>
          <p:cNvPicPr>
            <a:picLocks noChangeAspect="1"/>
          </p:cNvPicPr>
          <p:nvPr/>
        </p:nvPicPr>
        <p:blipFill>
          <a:blip r:embed="rId2"/>
          <a:stretch>
            <a:fillRect/>
          </a:stretch>
        </p:blipFill>
        <p:spPr>
          <a:xfrm>
            <a:off x="7443604" y="2803501"/>
            <a:ext cx="4477375" cy="2562583"/>
          </a:xfrm>
          <a:prstGeom prst="rect">
            <a:avLst/>
          </a:prstGeom>
        </p:spPr>
      </p:pic>
      <p:sp>
        <p:nvSpPr>
          <p:cNvPr id="9" name="TextBox 8">
            <a:extLst>
              <a:ext uri="{FF2B5EF4-FFF2-40B4-BE49-F238E27FC236}">
                <a16:creationId xmlns:a16="http://schemas.microsoft.com/office/drawing/2014/main" id="{1472687C-6D6C-19E5-EB55-FB90CE83A950}"/>
              </a:ext>
            </a:extLst>
          </p:cNvPr>
          <p:cNvSpPr txBox="1"/>
          <p:nvPr/>
        </p:nvSpPr>
        <p:spPr>
          <a:xfrm>
            <a:off x="1208978" y="4334676"/>
            <a:ext cx="4764024" cy="646331"/>
          </a:xfrm>
          <a:prstGeom prst="rect">
            <a:avLst/>
          </a:prstGeom>
          <a:noFill/>
        </p:spPr>
        <p:txBody>
          <a:bodyPr wrap="square" rtlCol="0">
            <a:spAutoFit/>
          </a:bodyPr>
          <a:lstStyle/>
          <a:p>
            <a:r>
              <a:rPr lang="en-US"/>
              <a:t>While the angle range [-45°,45°] remains the same due to the data collection setup</a:t>
            </a:r>
          </a:p>
        </p:txBody>
      </p:sp>
    </p:spTree>
    <p:extLst>
      <p:ext uri="{BB962C8B-B14F-4D97-AF65-F5344CB8AC3E}">
        <p14:creationId xmlns:p14="http://schemas.microsoft.com/office/powerpoint/2010/main" val="2058444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AD333-3E4E-74B8-B29F-7F3E5D0DE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003701-5038-166B-BACD-073371B4CA94}"/>
              </a:ext>
            </a:extLst>
          </p:cNvPr>
          <p:cNvSpPr>
            <a:spLocks noGrp="1"/>
          </p:cNvSpPr>
          <p:nvPr>
            <p:ph type="sldNum" sz="quarter" idx="12"/>
          </p:nvPr>
        </p:nvSpPr>
        <p:spPr/>
        <p:txBody>
          <a:bodyPr/>
          <a:lstStyle/>
          <a:p>
            <a:fld id="{DCE09022-C08B-4F34-B9F0-43AC160DA04C}" type="slidenum">
              <a:rPr lang="it-IT" smtClean="0"/>
              <a:pPr/>
              <a:t>6</a:t>
            </a:fld>
            <a:r>
              <a:rPr lang="it-IT"/>
              <a:t>/XX</a:t>
            </a:r>
          </a:p>
        </p:txBody>
      </p:sp>
      <p:sp>
        <p:nvSpPr>
          <p:cNvPr id="3" name="Title 2">
            <a:extLst>
              <a:ext uri="{FF2B5EF4-FFF2-40B4-BE49-F238E27FC236}">
                <a16:creationId xmlns:a16="http://schemas.microsoft.com/office/drawing/2014/main" id="{A8C0D02A-A5B6-05D1-3833-D00011BC199A}"/>
              </a:ext>
            </a:extLst>
          </p:cNvPr>
          <p:cNvSpPr>
            <a:spLocks noGrp="1"/>
          </p:cNvSpPr>
          <p:nvPr>
            <p:ph type="title"/>
          </p:nvPr>
        </p:nvSpPr>
        <p:spPr/>
        <p:txBody>
          <a:bodyPr/>
          <a:lstStyle/>
          <a:p>
            <a:r>
              <a:rPr lang="en-US"/>
              <a:t>OBJECT DETECTION</a:t>
            </a:r>
          </a:p>
        </p:txBody>
      </p:sp>
      <p:sp>
        <p:nvSpPr>
          <p:cNvPr id="4" name="TextBox 3">
            <a:extLst>
              <a:ext uri="{FF2B5EF4-FFF2-40B4-BE49-F238E27FC236}">
                <a16:creationId xmlns:a16="http://schemas.microsoft.com/office/drawing/2014/main" id="{F47135A2-1A75-E9C0-117B-8780B07FB7A5}"/>
              </a:ext>
            </a:extLst>
          </p:cNvPr>
          <p:cNvSpPr txBox="1"/>
          <p:nvPr/>
        </p:nvSpPr>
        <p:spPr>
          <a:xfrm>
            <a:off x="473243" y="1315453"/>
            <a:ext cx="11506632" cy="6186309"/>
          </a:xfrm>
          <a:prstGeom prst="rect">
            <a:avLst/>
          </a:prstGeom>
          <a:noFill/>
        </p:spPr>
        <p:txBody>
          <a:bodyPr wrap="square" rtlCol="0">
            <a:spAutoFit/>
          </a:bodyPr>
          <a:lstStyle/>
          <a:p>
            <a:pPr marL="285750" indent="-285750">
              <a:buFont typeface="Arial" panose="020B0604020202020204" pitchFamily="34" charset="0"/>
              <a:buChar char="•"/>
            </a:pPr>
            <a:r>
              <a:rPr lang="en-US" b="1"/>
              <a:t>IMAGE GENERATION</a:t>
            </a:r>
            <a:r>
              <a:rPr lang="en-US"/>
              <a:t>: sliding time window approach is applied to the beamformed data. For each window the complex data within that window is aggregated.</a:t>
            </a:r>
          </a:p>
          <a:p>
            <a:endParaRPr lang="en-US"/>
          </a:p>
          <a:p>
            <a:r>
              <a:rPr lang="en-US"/>
              <a:t>      </a:t>
            </a:r>
          </a:p>
          <a:p>
            <a:r>
              <a:rPr lang="en-US"/>
              <a:t>      </a:t>
            </a:r>
          </a:p>
          <a:p>
            <a:endParaRPr lang="en-US"/>
          </a:p>
          <a:p>
            <a:endParaRPr lang="en-US"/>
          </a:p>
          <a:p>
            <a:endParaRPr lang="en-US"/>
          </a:p>
          <a:p>
            <a:endParaRPr lang="en-US"/>
          </a:p>
          <a:p>
            <a:endParaRPr lang="en-US"/>
          </a:p>
          <a:p>
            <a:endParaRPr lang="en-US"/>
          </a:p>
          <a:p>
            <a:endParaRPr lang="en-US"/>
          </a:p>
          <a:p>
            <a:endParaRPr lang="en-US"/>
          </a:p>
          <a:p>
            <a:r>
              <a:rPr lang="en-US"/>
              <a:t>Across timeframes, </a:t>
            </a:r>
            <a:r>
              <a:rPr lang="en-US" b="1"/>
              <a:t>coherent averaging </a:t>
            </a:r>
            <a:r>
              <a:rPr lang="en-US"/>
              <a:t>is performed: summing complex values before taking the absolute magnitude</a:t>
            </a:r>
          </a:p>
          <a:p>
            <a:endParaRPr lang="en-US"/>
          </a:p>
          <a:p>
            <a:r>
              <a:rPr lang="en-US"/>
              <a:t>   </a:t>
            </a:r>
          </a:p>
          <a:p>
            <a:endParaRPr lang="en-US"/>
          </a:p>
          <a:p>
            <a:r>
              <a:rPr lang="en-US"/>
              <a:t>      </a:t>
            </a:r>
          </a:p>
          <a:p>
            <a:endParaRPr lang="en-US"/>
          </a:p>
          <a:p>
            <a:endParaRPr lang="en-US"/>
          </a:p>
          <a:p>
            <a:endParaRPr lang="en-US"/>
          </a:p>
          <a:p>
            <a:pPr lvl="1"/>
            <a:endParaRPr lang="en-US"/>
          </a:p>
        </p:txBody>
      </p:sp>
      <p:pic>
        <p:nvPicPr>
          <p:cNvPr id="6" name="Picture 5">
            <a:extLst>
              <a:ext uri="{FF2B5EF4-FFF2-40B4-BE49-F238E27FC236}">
                <a16:creationId xmlns:a16="http://schemas.microsoft.com/office/drawing/2014/main" id="{E58A738A-C303-1F5C-011F-E9EF223F4B18}"/>
              </a:ext>
            </a:extLst>
          </p:cNvPr>
          <p:cNvPicPr>
            <a:picLocks noChangeAspect="1"/>
          </p:cNvPicPr>
          <p:nvPr/>
        </p:nvPicPr>
        <p:blipFill>
          <a:blip r:embed="rId2"/>
          <a:stretch>
            <a:fillRect/>
          </a:stretch>
        </p:blipFill>
        <p:spPr>
          <a:xfrm>
            <a:off x="3416808" y="2073269"/>
            <a:ext cx="4637117" cy="2711461"/>
          </a:xfrm>
          <a:prstGeom prst="rect">
            <a:avLst/>
          </a:prstGeom>
        </p:spPr>
      </p:pic>
    </p:spTree>
    <p:extLst>
      <p:ext uri="{BB962C8B-B14F-4D97-AF65-F5344CB8AC3E}">
        <p14:creationId xmlns:p14="http://schemas.microsoft.com/office/powerpoint/2010/main" val="312749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9E0FD-B79F-D5B2-CF18-16883425E0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E09506-2D53-0092-9ACC-EA7B677E12D2}"/>
              </a:ext>
            </a:extLst>
          </p:cNvPr>
          <p:cNvSpPr>
            <a:spLocks noGrp="1"/>
          </p:cNvSpPr>
          <p:nvPr>
            <p:ph type="sldNum" sz="quarter" idx="12"/>
          </p:nvPr>
        </p:nvSpPr>
        <p:spPr/>
        <p:txBody>
          <a:bodyPr/>
          <a:lstStyle/>
          <a:p>
            <a:fld id="{DCE09022-C08B-4F34-B9F0-43AC160DA04C}" type="slidenum">
              <a:rPr lang="it-IT" smtClean="0"/>
              <a:pPr/>
              <a:t>7</a:t>
            </a:fld>
            <a:r>
              <a:rPr lang="it-IT"/>
              <a:t>/XX</a:t>
            </a:r>
          </a:p>
        </p:txBody>
      </p:sp>
      <p:sp>
        <p:nvSpPr>
          <p:cNvPr id="3" name="Title 2">
            <a:extLst>
              <a:ext uri="{FF2B5EF4-FFF2-40B4-BE49-F238E27FC236}">
                <a16:creationId xmlns:a16="http://schemas.microsoft.com/office/drawing/2014/main" id="{C4DF561C-70E4-64AD-AFE8-4DB380676B33}"/>
              </a:ext>
            </a:extLst>
          </p:cNvPr>
          <p:cNvSpPr>
            <a:spLocks noGrp="1"/>
          </p:cNvSpPr>
          <p:nvPr>
            <p:ph type="title"/>
          </p:nvPr>
        </p:nvSpPr>
        <p:spPr/>
        <p:txBody>
          <a:bodyPr/>
          <a:lstStyle/>
          <a:p>
            <a:r>
              <a:rPr lang="en-US"/>
              <a:t>OBJECT DETECTION</a:t>
            </a:r>
          </a:p>
        </p:txBody>
      </p:sp>
      <p:sp>
        <p:nvSpPr>
          <p:cNvPr id="4" name="TextBox 3">
            <a:extLst>
              <a:ext uri="{FF2B5EF4-FFF2-40B4-BE49-F238E27FC236}">
                <a16:creationId xmlns:a16="http://schemas.microsoft.com/office/drawing/2014/main" id="{A818CF0E-9D7F-3B5B-6F46-A9D55141717D}"/>
              </a:ext>
            </a:extLst>
          </p:cNvPr>
          <p:cNvSpPr txBox="1"/>
          <p:nvPr/>
        </p:nvSpPr>
        <p:spPr>
          <a:xfrm>
            <a:off x="1275347" y="1925053"/>
            <a:ext cx="9322232" cy="646331"/>
          </a:xfrm>
          <a:prstGeom prst="rect">
            <a:avLst/>
          </a:prstGeom>
          <a:noFill/>
        </p:spPr>
        <p:txBody>
          <a:bodyPr wrap="none" rtlCol="0">
            <a:spAutoFit/>
          </a:bodyPr>
          <a:lstStyle/>
          <a:p>
            <a:pPr marL="285750" indent="-285750">
              <a:buFont typeface="Arial" panose="020B0604020202020204" pitchFamily="34" charset="0"/>
              <a:buChar char="•"/>
            </a:pPr>
            <a:r>
              <a:rPr lang="en-US" b="1"/>
              <a:t>BOUNDING BOX LABELING: </a:t>
            </a:r>
            <a:r>
              <a:rPr lang="en-US"/>
              <a:t>a GROUND TRUTH TABLE is used to create a .</a:t>
            </a:r>
            <a:r>
              <a:rPr lang="en-US" err="1"/>
              <a:t>json</a:t>
            </a:r>
            <a:r>
              <a:rPr lang="en-US"/>
              <a:t> file of the </a:t>
            </a:r>
            <a:r>
              <a:rPr lang="en-US" err="1"/>
              <a:t>lables</a:t>
            </a:r>
            <a:r>
              <a:rPr lang="en-US"/>
              <a:t> </a:t>
            </a:r>
          </a:p>
          <a:p>
            <a:r>
              <a:rPr lang="en-US"/>
              <a:t>      coordinates for each image. </a:t>
            </a:r>
            <a:endParaRPr lang="en-US" b="1"/>
          </a:p>
        </p:txBody>
      </p:sp>
      <p:pic>
        <p:nvPicPr>
          <p:cNvPr id="12" name="Picture 11">
            <a:extLst>
              <a:ext uri="{FF2B5EF4-FFF2-40B4-BE49-F238E27FC236}">
                <a16:creationId xmlns:a16="http://schemas.microsoft.com/office/drawing/2014/main" id="{A033DA47-BB11-A0EB-367E-3872712FA636}"/>
              </a:ext>
            </a:extLst>
          </p:cNvPr>
          <p:cNvPicPr>
            <a:picLocks noChangeAspect="1"/>
          </p:cNvPicPr>
          <p:nvPr/>
        </p:nvPicPr>
        <p:blipFill>
          <a:blip r:embed="rId3"/>
          <a:stretch>
            <a:fillRect/>
          </a:stretch>
        </p:blipFill>
        <p:spPr>
          <a:xfrm>
            <a:off x="1275347" y="2848877"/>
            <a:ext cx="1667108" cy="1714739"/>
          </a:xfrm>
          <a:prstGeom prst="rect">
            <a:avLst/>
          </a:prstGeom>
        </p:spPr>
      </p:pic>
      <p:pic>
        <p:nvPicPr>
          <p:cNvPr id="14" name="Picture 13">
            <a:extLst>
              <a:ext uri="{FF2B5EF4-FFF2-40B4-BE49-F238E27FC236}">
                <a16:creationId xmlns:a16="http://schemas.microsoft.com/office/drawing/2014/main" id="{1AD7C821-0FFF-C0AC-491B-D43808DBECD7}"/>
              </a:ext>
            </a:extLst>
          </p:cNvPr>
          <p:cNvPicPr>
            <a:picLocks noChangeAspect="1"/>
          </p:cNvPicPr>
          <p:nvPr/>
        </p:nvPicPr>
        <p:blipFill>
          <a:blip r:embed="rId4"/>
          <a:stretch>
            <a:fillRect/>
          </a:stretch>
        </p:blipFill>
        <p:spPr>
          <a:xfrm>
            <a:off x="5276736" y="2906035"/>
            <a:ext cx="1619476" cy="1657581"/>
          </a:xfrm>
          <a:prstGeom prst="rect">
            <a:avLst/>
          </a:prstGeom>
        </p:spPr>
      </p:pic>
      <p:pic>
        <p:nvPicPr>
          <p:cNvPr id="16" name="Picture 15">
            <a:extLst>
              <a:ext uri="{FF2B5EF4-FFF2-40B4-BE49-F238E27FC236}">
                <a16:creationId xmlns:a16="http://schemas.microsoft.com/office/drawing/2014/main" id="{54C2CEDA-14CD-1136-09F2-F9DF31E3E641}"/>
              </a:ext>
            </a:extLst>
          </p:cNvPr>
          <p:cNvPicPr>
            <a:picLocks noChangeAspect="1"/>
          </p:cNvPicPr>
          <p:nvPr/>
        </p:nvPicPr>
        <p:blipFill>
          <a:blip r:embed="rId5"/>
          <a:stretch>
            <a:fillRect/>
          </a:stretch>
        </p:blipFill>
        <p:spPr>
          <a:xfrm>
            <a:off x="9230493" y="2848877"/>
            <a:ext cx="1686160" cy="1695687"/>
          </a:xfrm>
          <a:prstGeom prst="rect">
            <a:avLst/>
          </a:prstGeom>
        </p:spPr>
      </p:pic>
    </p:spTree>
    <p:extLst>
      <p:ext uri="{BB962C8B-B14F-4D97-AF65-F5344CB8AC3E}">
        <p14:creationId xmlns:p14="http://schemas.microsoft.com/office/powerpoint/2010/main" val="172414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E2D0-F378-B0F4-057D-3702EF6825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112104-0BF8-AB8A-90C6-10CAB4E5ED09}"/>
              </a:ext>
            </a:extLst>
          </p:cNvPr>
          <p:cNvSpPr>
            <a:spLocks noGrp="1"/>
          </p:cNvSpPr>
          <p:nvPr>
            <p:ph type="sldNum" sz="quarter" idx="12"/>
          </p:nvPr>
        </p:nvSpPr>
        <p:spPr/>
        <p:txBody>
          <a:bodyPr/>
          <a:lstStyle/>
          <a:p>
            <a:fld id="{DCE09022-C08B-4F34-B9F0-43AC160DA04C}" type="slidenum">
              <a:rPr lang="it-IT" smtClean="0"/>
              <a:pPr/>
              <a:t>8</a:t>
            </a:fld>
            <a:r>
              <a:rPr lang="it-IT"/>
              <a:t>/XX</a:t>
            </a:r>
          </a:p>
        </p:txBody>
      </p:sp>
      <p:sp>
        <p:nvSpPr>
          <p:cNvPr id="3" name="Title 2">
            <a:extLst>
              <a:ext uri="{FF2B5EF4-FFF2-40B4-BE49-F238E27FC236}">
                <a16:creationId xmlns:a16="http://schemas.microsoft.com/office/drawing/2014/main" id="{0597507A-0605-63C6-A4C3-8968713A827E}"/>
              </a:ext>
            </a:extLst>
          </p:cNvPr>
          <p:cNvSpPr>
            <a:spLocks noGrp="1"/>
          </p:cNvSpPr>
          <p:nvPr>
            <p:ph type="title"/>
          </p:nvPr>
        </p:nvSpPr>
        <p:spPr/>
        <p:txBody>
          <a:bodyPr/>
          <a:lstStyle/>
          <a:p>
            <a:r>
              <a:rPr lang="en-US"/>
              <a:t>OBJECT DETECTION </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40A3A50-B48A-6E6D-F403-E3BA27742B54}"/>
                  </a:ext>
                </a:extLst>
              </p:cNvPr>
              <p:cNvSpPr txBox="1"/>
              <p:nvPr/>
            </p:nvSpPr>
            <p:spPr>
              <a:xfrm>
                <a:off x="1355558" y="1740568"/>
                <a:ext cx="9096914" cy="3276859"/>
              </a:xfrm>
              <a:prstGeom prst="rect">
                <a:avLst/>
              </a:prstGeom>
              <a:noFill/>
            </p:spPr>
            <p:txBody>
              <a:bodyPr wrap="none" rtlCol="0">
                <a:spAutoFit/>
              </a:bodyPr>
              <a:lstStyle/>
              <a:p>
                <a:pPr marL="285750" indent="-285750">
                  <a:buFont typeface="Arial" panose="020B0604020202020204" pitchFamily="34" charset="0"/>
                  <a:buChar char="•"/>
                </a:pPr>
                <a:r>
                  <a:rPr lang="en-US" b="1"/>
                  <a:t>FOMO NETWORK: </a:t>
                </a:r>
                <a:r>
                  <a:rPr lang="en-US"/>
                  <a:t>dividing the input image into a grid and predicting whether an </a:t>
                </a:r>
              </a:p>
              <a:p>
                <a:r>
                  <a:rPr lang="en-US"/>
                  <a:t>     object’s centroid falls into each grid cell</a:t>
                </a:r>
              </a:p>
              <a:p>
                <a:endParaRPr lang="en-US"/>
              </a:p>
              <a:p>
                <a:r>
                  <a:rPr lang="en-US"/>
                  <a:t>     From an input image X generates a set</a:t>
                </a:r>
              </a:p>
              <a:p>
                <a:endParaRPr lang="en-US"/>
              </a:p>
              <a:p>
                <a:r>
                  <a:rPr lang="en-US"/>
                  <a:t>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Ω</m:t>
                        </m:r>
                      </m:e>
                      <m:sup>
                        <m:r>
                          <a:rPr lang="en-US" b="0" i="1" smtClean="0">
                            <a:latin typeface="Cambria Math" panose="02040503050406030204" pitchFamily="18" charset="0"/>
                          </a:rPr>
                          <m:t>𝑝𝑟𝑒𝑑</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𝑦</m:t>
                            </m:r>
                          </m:e>
                          <m:sub>
                            <m:r>
                              <a:rPr lang="en-US" b="0" i="1" smtClean="0">
                                <a:latin typeface="Cambria Math" panose="02040503050406030204" pitchFamily="18" charset="0"/>
                              </a:rPr>
                              <m:t>1</m:t>
                            </m:r>
                          </m:sub>
                          <m:sup>
                            <m:r>
                              <a:rPr lang="en-US" b="0" i="1" smtClean="0">
                                <a:latin typeface="Cambria Math" panose="02040503050406030204" pitchFamily="18" charset="0"/>
                              </a:rPr>
                              <m:t>𝑝𝑟𝑒𝑑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1</m:t>
                            </m:r>
                          </m:sub>
                          <m:sup>
                            <m:r>
                              <a:rPr lang="en-US" b="0" i="1" smtClean="0">
                                <a:latin typeface="Cambria Math" panose="02040503050406030204" pitchFamily="18" charset="0"/>
                              </a:rPr>
                              <m:t>𝑝𝑟𝑒𝑑</m:t>
                            </m:r>
                          </m:sup>
                        </m:sSubSup>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𝐿</m:t>
                                </m:r>
                              </m:sub>
                              <m:sup>
                                <m:r>
                                  <a:rPr lang="en-US" b="0" i="1" smtClean="0">
                                    <a:latin typeface="Cambria Math" panose="02040503050406030204" pitchFamily="18" charset="0"/>
                                  </a:rPr>
                                  <m:t>𝑝𝑟𝑒𝑑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𝐿</m:t>
                                </m:r>
                              </m:sub>
                              <m:sup>
                                <m:r>
                                  <a:rPr lang="en-US" b="0" i="1" smtClean="0">
                                    <a:latin typeface="Cambria Math" panose="02040503050406030204" pitchFamily="18" charset="0"/>
                                  </a:rPr>
                                  <m:t>𝑝𝑟𝑒𝑑</m:t>
                                </m:r>
                              </m:sup>
                            </m:sSubSup>
                          </m:e>
                        </m:d>
                      </m:e>
                    </m:d>
                  </m:oMath>
                </a14:m>
                <a:endParaRPr lang="en-US"/>
              </a:p>
              <a:p>
                <a:r>
                  <a:rPr lang="en-US"/>
                  <a:t>      </a:t>
                </a:r>
              </a:p>
              <a:p>
                <a:r>
                  <a:rPr lang="en-US"/>
                  <a:t>     while exploiting Transfer Learning, using early layers of MobileNetV2 Features Extractor (FE) </a:t>
                </a:r>
              </a:p>
              <a:p>
                <a:r>
                  <a:rPr lang="en-US"/>
                  <a:t>     pre-trained on Image Classification tasks</a:t>
                </a:r>
              </a:p>
              <a:p>
                <a:endParaRPr lang="en-US"/>
              </a:p>
              <a:p>
                <a:r>
                  <a:rPr lang="en-US"/>
                  <a:t>     The image is then passed through </a:t>
                </a:r>
                <a:r>
                  <a:rPr lang="en-US" err="1"/>
                  <a:t>Nconv</a:t>
                </a:r>
                <a:r>
                  <a:rPr lang="en-US"/>
                  <a:t> 2D convolutional layers of  1x1 </a:t>
                </a:r>
                <a:r>
                  <a:rPr lang="en-US" err="1"/>
                  <a:t>Nf</a:t>
                </a:r>
                <a:r>
                  <a:rPr lang="en-US"/>
                  <a:t> filters</a:t>
                </a:r>
              </a:p>
            </p:txBody>
          </p:sp>
        </mc:Choice>
        <mc:Fallback>
          <p:sp>
            <p:nvSpPr>
              <p:cNvPr id="4" name="TextBox 3">
                <a:extLst>
                  <a:ext uri="{FF2B5EF4-FFF2-40B4-BE49-F238E27FC236}">
                    <a16:creationId xmlns:a16="http://schemas.microsoft.com/office/drawing/2014/main" id="{840A3A50-B48A-6E6D-F403-E3BA27742B54}"/>
                  </a:ext>
                </a:extLst>
              </p:cNvPr>
              <p:cNvSpPr txBox="1">
                <a:spLocks noRot="1" noChangeAspect="1" noMove="1" noResize="1" noEditPoints="1" noAdjustHandles="1" noChangeArrowheads="1" noChangeShapeType="1" noTextEdit="1"/>
              </p:cNvSpPr>
              <p:nvPr/>
            </p:nvSpPr>
            <p:spPr>
              <a:xfrm>
                <a:off x="1355558" y="1740568"/>
                <a:ext cx="9096914" cy="3276859"/>
              </a:xfrm>
              <a:prstGeom prst="rect">
                <a:avLst/>
              </a:prstGeom>
              <a:blipFill>
                <a:blip r:embed="rId3"/>
                <a:stretch>
                  <a:fillRect l="-402" t="-1117" b="-2048"/>
                </a:stretch>
              </a:blipFill>
            </p:spPr>
            <p:txBody>
              <a:bodyPr/>
              <a:lstStyle/>
              <a:p>
                <a:r>
                  <a:rPr lang="en-US">
                    <a:noFill/>
                  </a:rPr>
                  <a:t> </a:t>
                </a:r>
              </a:p>
            </p:txBody>
          </p:sp>
        </mc:Fallback>
      </mc:AlternateContent>
    </p:spTree>
    <p:extLst>
      <p:ext uri="{BB962C8B-B14F-4D97-AF65-F5344CB8AC3E}">
        <p14:creationId xmlns:p14="http://schemas.microsoft.com/office/powerpoint/2010/main" val="3046950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CC90F5-70F9-1EA8-FED2-D7B8DB3DB817}"/>
              </a:ext>
            </a:extLst>
          </p:cNvPr>
          <p:cNvSpPr>
            <a:spLocks noGrp="1"/>
          </p:cNvSpPr>
          <p:nvPr>
            <p:ph type="sldNum" sz="quarter" idx="12"/>
          </p:nvPr>
        </p:nvSpPr>
        <p:spPr/>
        <p:txBody>
          <a:bodyPr/>
          <a:lstStyle/>
          <a:p>
            <a:fld id="{DCE09022-C08B-4F34-B9F0-43AC160DA04C}" type="slidenum">
              <a:rPr lang="it-IT" smtClean="0"/>
              <a:pPr/>
              <a:t>9</a:t>
            </a:fld>
            <a:r>
              <a:rPr lang="it-IT"/>
              <a:t>/XX</a:t>
            </a:r>
          </a:p>
        </p:txBody>
      </p:sp>
      <p:sp>
        <p:nvSpPr>
          <p:cNvPr id="3" name="Title 2">
            <a:extLst>
              <a:ext uri="{FF2B5EF4-FFF2-40B4-BE49-F238E27FC236}">
                <a16:creationId xmlns:a16="http://schemas.microsoft.com/office/drawing/2014/main" id="{96AFBF56-AC37-9C24-93C9-B448A35C0214}"/>
              </a:ext>
            </a:extLst>
          </p:cNvPr>
          <p:cNvSpPr>
            <a:spLocks noGrp="1"/>
          </p:cNvSpPr>
          <p:nvPr>
            <p:ph type="title"/>
          </p:nvPr>
        </p:nvSpPr>
        <p:spPr/>
        <p:txBody>
          <a:bodyPr/>
          <a:lstStyle/>
          <a:p>
            <a:r>
              <a:rPr lang="en-US"/>
              <a:t>OBJECT DETECTION </a:t>
            </a:r>
          </a:p>
        </p:txBody>
      </p:sp>
      <p:pic>
        <p:nvPicPr>
          <p:cNvPr id="5" name="Picture 4">
            <a:extLst>
              <a:ext uri="{FF2B5EF4-FFF2-40B4-BE49-F238E27FC236}">
                <a16:creationId xmlns:a16="http://schemas.microsoft.com/office/drawing/2014/main" id="{25B38D0E-2FE3-FFEE-351A-5DBE8D10D5A1}"/>
              </a:ext>
            </a:extLst>
          </p:cNvPr>
          <p:cNvPicPr>
            <a:picLocks noChangeAspect="1"/>
          </p:cNvPicPr>
          <p:nvPr/>
        </p:nvPicPr>
        <p:blipFill>
          <a:blip r:embed="rId2"/>
          <a:stretch>
            <a:fillRect/>
          </a:stretch>
        </p:blipFill>
        <p:spPr>
          <a:xfrm>
            <a:off x="7601206" y="2014537"/>
            <a:ext cx="3895725" cy="2828925"/>
          </a:xfrm>
          <a:prstGeom prst="rect">
            <a:avLst/>
          </a:prstGeom>
        </p:spPr>
      </p:pic>
      <p:sp>
        <p:nvSpPr>
          <p:cNvPr id="6" name="TextBox 5">
            <a:extLst>
              <a:ext uri="{FF2B5EF4-FFF2-40B4-BE49-F238E27FC236}">
                <a16:creationId xmlns:a16="http://schemas.microsoft.com/office/drawing/2014/main" id="{2C911C20-4D7F-0B3D-4B81-5E8EFC92F2FF}"/>
              </a:ext>
            </a:extLst>
          </p:cNvPr>
          <p:cNvSpPr txBox="1"/>
          <p:nvPr/>
        </p:nvSpPr>
        <p:spPr>
          <a:xfrm>
            <a:off x="493776" y="1399032"/>
            <a:ext cx="5276088" cy="923330"/>
          </a:xfrm>
          <a:prstGeom prst="rect">
            <a:avLst/>
          </a:prstGeom>
          <a:noFill/>
        </p:spPr>
        <p:txBody>
          <a:bodyPr wrap="square" rtlCol="0">
            <a:spAutoFit/>
          </a:bodyPr>
          <a:lstStyle/>
          <a:p>
            <a:r>
              <a:rPr lang="en-US"/>
              <a:t>With Nclass+1 detected objects plus background, the final  2D convolutional layer produces </a:t>
            </a:r>
            <a:r>
              <a:rPr lang="en-US" b="1" err="1"/>
              <a:t>NClass</a:t>
            </a:r>
            <a:r>
              <a:rPr lang="en-US" b="1"/>
              <a:t>+ 1 </a:t>
            </a:r>
            <a:r>
              <a:rPr lang="en-US"/>
              <a:t>per-region probability maps of size (H,W) </a:t>
            </a:r>
          </a:p>
        </p:txBody>
      </p:sp>
      <p:pic>
        <p:nvPicPr>
          <p:cNvPr id="8" name="Picture 7">
            <a:extLst>
              <a:ext uri="{FF2B5EF4-FFF2-40B4-BE49-F238E27FC236}">
                <a16:creationId xmlns:a16="http://schemas.microsoft.com/office/drawing/2014/main" id="{5B8BD71C-77A7-5635-364D-83BB04D56BF3}"/>
              </a:ext>
            </a:extLst>
          </p:cNvPr>
          <p:cNvPicPr>
            <a:picLocks noChangeAspect="1"/>
          </p:cNvPicPr>
          <p:nvPr/>
        </p:nvPicPr>
        <p:blipFill>
          <a:blip r:embed="rId3"/>
          <a:stretch>
            <a:fillRect/>
          </a:stretch>
        </p:blipFill>
        <p:spPr>
          <a:xfrm>
            <a:off x="1852677" y="2852927"/>
            <a:ext cx="3476625" cy="1371600"/>
          </a:xfrm>
          <a:prstGeom prst="rect">
            <a:avLst/>
          </a:prstGeom>
        </p:spPr>
      </p:pic>
      <p:sp>
        <p:nvSpPr>
          <p:cNvPr id="9" name="TextBox 8">
            <a:extLst>
              <a:ext uri="{FF2B5EF4-FFF2-40B4-BE49-F238E27FC236}">
                <a16:creationId xmlns:a16="http://schemas.microsoft.com/office/drawing/2014/main" id="{2EE7DA05-A9B7-2F09-A8A6-ECA64881339C}"/>
              </a:ext>
            </a:extLst>
          </p:cNvPr>
          <p:cNvSpPr txBox="1"/>
          <p:nvPr/>
        </p:nvSpPr>
        <p:spPr>
          <a:xfrm>
            <a:off x="649224" y="4892040"/>
            <a:ext cx="6427402" cy="646331"/>
          </a:xfrm>
          <a:prstGeom prst="rect">
            <a:avLst/>
          </a:prstGeom>
          <a:noFill/>
        </p:spPr>
        <p:txBody>
          <a:bodyPr wrap="square" rtlCol="0">
            <a:spAutoFit/>
          </a:bodyPr>
          <a:lstStyle/>
          <a:p>
            <a:r>
              <a:rPr lang="en-US"/>
              <a:t>The cells with a probability higher than a </a:t>
            </a:r>
            <a:r>
              <a:rPr lang="en-US" b="1"/>
              <a:t>confidence threshold </a:t>
            </a:r>
            <a:r>
              <a:rPr lang="en-US"/>
              <a:t>are the areas in which belonging to the nth class can be found</a:t>
            </a:r>
            <a:endParaRPr lang="en-US" b="1"/>
          </a:p>
        </p:txBody>
      </p:sp>
    </p:spTree>
    <p:extLst>
      <p:ext uri="{BB962C8B-B14F-4D97-AF65-F5344CB8AC3E}">
        <p14:creationId xmlns:p14="http://schemas.microsoft.com/office/powerpoint/2010/main" val="128311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691D-8F90-B423-D2BE-D183A69FD6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8392D-B6A0-A6EE-32D1-2CAD3DBA4044}"/>
              </a:ext>
            </a:extLst>
          </p:cNvPr>
          <p:cNvSpPr>
            <a:spLocks noGrp="1"/>
          </p:cNvSpPr>
          <p:nvPr>
            <p:ph type="sldNum" sz="quarter" idx="12"/>
          </p:nvPr>
        </p:nvSpPr>
        <p:spPr/>
        <p:txBody>
          <a:bodyPr/>
          <a:lstStyle/>
          <a:p>
            <a:fld id="{DCE09022-C08B-4F34-B9F0-43AC160DA04C}" type="slidenum">
              <a:rPr lang="it-IT" smtClean="0"/>
              <a:pPr/>
              <a:t>10</a:t>
            </a:fld>
            <a:r>
              <a:rPr lang="it-IT"/>
              <a:t>/XX</a:t>
            </a:r>
          </a:p>
        </p:txBody>
      </p:sp>
      <p:sp>
        <p:nvSpPr>
          <p:cNvPr id="3" name="Title 2">
            <a:extLst>
              <a:ext uri="{FF2B5EF4-FFF2-40B4-BE49-F238E27FC236}">
                <a16:creationId xmlns:a16="http://schemas.microsoft.com/office/drawing/2014/main" id="{55066178-B2EE-F8DD-CE19-B243067E70BD}"/>
              </a:ext>
            </a:extLst>
          </p:cNvPr>
          <p:cNvSpPr>
            <a:spLocks noGrp="1"/>
          </p:cNvSpPr>
          <p:nvPr>
            <p:ph type="title"/>
          </p:nvPr>
        </p:nvSpPr>
        <p:spPr/>
        <p:txBody>
          <a:bodyPr/>
          <a:lstStyle/>
          <a:p>
            <a:r>
              <a:rPr lang="en-US"/>
              <a:t>OBJECT DETECTION </a:t>
            </a:r>
          </a:p>
        </p:txBody>
      </p:sp>
      <p:sp>
        <p:nvSpPr>
          <p:cNvPr id="4" name="TextBox 3">
            <a:extLst>
              <a:ext uri="{FF2B5EF4-FFF2-40B4-BE49-F238E27FC236}">
                <a16:creationId xmlns:a16="http://schemas.microsoft.com/office/drawing/2014/main" id="{1B2BD18E-63C8-0553-40DE-68A100880FA3}"/>
              </a:ext>
            </a:extLst>
          </p:cNvPr>
          <p:cNvSpPr txBox="1"/>
          <p:nvPr/>
        </p:nvSpPr>
        <p:spPr>
          <a:xfrm>
            <a:off x="438912" y="1225296"/>
            <a:ext cx="10575076" cy="3693319"/>
          </a:xfrm>
          <a:prstGeom prst="rect">
            <a:avLst/>
          </a:prstGeom>
          <a:noFill/>
        </p:spPr>
        <p:txBody>
          <a:bodyPr wrap="square" rtlCol="0">
            <a:spAutoFit/>
          </a:bodyPr>
          <a:lstStyle/>
          <a:p>
            <a:pPr marL="285750" indent="-285750">
              <a:buFont typeface="Arial" panose="020B0604020202020204" pitchFamily="34" charset="0"/>
              <a:buChar char="•"/>
            </a:pPr>
            <a:r>
              <a:rPr lang="en-US" b="1"/>
              <a:t>WHY FOMO?</a:t>
            </a:r>
          </a:p>
          <a:p>
            <a:pPr marL="742950" lvl="1" indent="-285750">
              <a:buFont typeface="Arial" panose="020B0604020202020204" pitchFamily="34" charset="0"/>
              <a:buChar char="•"/>
            </a:pPr>
            <a:endParaRPr lang="en-US" b="1"/>
          </a:p>
          <a:p>
            <a:pPr marL="742950" lvl="1" indent="-285750">
              <a:buFont typeface="Arial" panose="020B0604020202020204" pitchFamily="34" charset="0"/>
              <a:buChar char="•"/>
            </a:pPr>
            <a:endParaRPr lang="en-US" b="1"/>
          </a:p>
          <a:p>
            <a:pPr marL="742950" lvl="1" indent="-285750">
              <a:buFont typeface="Arial" panose="020B0604020202020204" pitchFamily="34" charset="0"/>
              <a:buChar char="•"/>
            </a:pPr>
            <a:r>
              <a:rPr lang="en-US"/>
              <a:t>The MobileNetV2 Features Extractor (FE) extract diffused </a:t>
            </a:r>
            <a:r>
              <a:rPr lang="en-US" b="1"/>
              <a:t>lower-resolution image </a:t>
            </a:r>
            <a:r>
              <a:rPr lang="en-US"/>
              <a:t>of the input, preserving its locality</a:t>
            </a:r>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endParaRPr lang="en-US"/>
          </a:p>
          <a:p>
            <a:pPr marL="742950" lvl="1" indent="-285750">
              <a:buFont typeface="Arial" panose="020B0604020202020204" pitchFamily="34" charset="0"/>
              <a:buChar char="•"/>
            </a:pPr>
            <a:r>
              <a:rPr lang="en-US" b="1"/>
              <a:t>Lightweight</a:t>
            </a:r>
            <a:r>
              <a:rPr lang="en-US"/>
              <a:t> deep learning object detection</a:t>
            </a:r>
          </a:p>
          <a:p>
            <a:pPr marL="742950" lvl="1" indent="-285750">
              <a:buFont typeface="Arial" panose="020B0604020202020204" pitchFamily="34" charset="0"/>
              <a:buChar char="•"/>
            </a:pPr>
            <a:endParaRPr lang="en-US" b="1"/>
          </a:p>
          <a:p>
            <a:pPr marL="742950" lvl="1" indent="-285750">
              <a:buFont typeface="Arial" panose="020B0604020202020204" pitchFamily="34" charset="0"/>
              <a:buChar char="•"/>
            </a:pPr>
            <a:endParaRPr lang="en-US" b="1"/>
          </a:p>
          <a:p>
            <a:pPr lvl="1"/>
            <a:endParaRPr lang="en-US" b="1"/>
          </a:p>
          <a:p>
            <a:pPr marL="742950" lvl="1" indent="-285750">
              <a:buFont typeface="Arial" panose="020B0604020202020204" pitchFamily="34" charset="0"/>
              <a:buChar char="•"/>
            </a:pPr>
            <a:r>
              <a:rPr lang="en-US"/>
              <a:t>Well suited for</a:t>
            </a:r>
            <a:r>
              <a:rPr lang="en-US" b="1"/>
              <a:t> </a:t>
            </a:r>
            <a:r>
              <a:rPr lang="en-US"/>
              <a:t>embedded and real-time object detection applications</a:t>
            </a:r>
            <a:endParaRPr lang="en-US" b="1"/>
          </a:p>
          <a:p>
            <a:pPr marL="742950" lvl="1" indent="-285750">
              <a:buFont typeface="Arial" panose="020B0604020202020204" pitchFamily="34" charset="0"/>
              <a:buChar char="•"/>
            </a:pPr>
            <a:endParaRPr lang="en-US" b="1"/>
          </a:p>
        </p:txBody>
      </p:sp>
    </p:spTree>
    <p:extLst>
      <p:ext uri="{BB962C8B-B14F-4D97-AF65-F5344CB8AC3E}">
        <p14:creationId xmlns:p14="http://schemas.microsoft.com/office/powerpoint/2010/main" val="452331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00A94FFC-CCD2-2587-AFF3-67F258A51059}"/>
              </a:ext>
            </a:extLst>
          </p:cNvPr>
          <p:cNvSpPr>
            <a:spLocks noGrp="1"/>
          </p:cNvSpPr>
          <p:nvPr>
            <p:ph type="sldNum" sz="quarter" idx="12"/>
          </p:nvPr>
        </p:nvSpPr>
        <p:spPr/>
        <p:txBody>
          <a:bodyPr/>
          <a:lstStyle/>
          <a:p>
            <a:fld id="{DCE09022-C08B-4F34-B9F0-43AC160DA04C}" type="slidenum">
              <a:rPr lang="it-IT" smtClean="0"/>
              <a:pPr/>
              <a:t>11</a:t>
            </a:fld>
            <a:r>
              <a:rPr lang="it-IT"/>
              <a:t>/XX</a:t>
            </a:r>
          </a:p>
        </p:txBody>
      </p:sp>
      <p:sp>
        <p:nvSpPr>
          <p:cNvPr id="3" name="Titolo 2">
            <a:extLst>
              <a:ext uri="{FF2B5EF4-FFF2-40B4-BE49-F238E27FC236}">
                <a16:creationId xmlns:a16="http://schemas.microsoft.com/office/drawing/2014/main" id="{64AE3A70-CD01-59AB-8ADE-759F167C91F1}"/>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sp>
        <p:nvSpPr>
          <p:cNvPr id="4" name="CasellaDiTesto 3">
            <a:extLst>
              <a:ext uri="{FF2B5EF4-FFF2-40B4-BE49-F238E27FC236}">
                <a16:creationId xmlns:a16="http://schemas.microsoft.com/office/drawing/2014/main" id="{E070CD1D-3D0F-F679-1F29-DB82F66F1156}"/>
              </a:ext>
            </a:extLst>
          </p:cNvPr>
          <p:cNvSpPr txBox="1"/>
          <p:nvPr/>
        </p:nvSpPr>
        <p:spPr>
          <a:xfrm>
            <a:off x="433952" y="1374182"/>
            <a:ext cx="535784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b="1" err="1">
                <a:ea typeface="Calibri"/>
                <a:cs typeface="Calibri"/>
              </a:rPr>
              <a:t>Operational</a:t>
            </a:r>
            <a:r>
              <a:rPr lang="it-IT" sz="2000" b="1">
                <a:ea typeface="Calibri"/>
                <a:cs typeface="Calibri"/>
              </a:rPr>
              <a:t> </a:t>
            </a:r>
            <a:r>
              <a:rPr lang="it-IT" sz="2000" b="1" err="1">
                <a:ea typeface="Calibri"/>
                <a:cs typeface="Calibri"/>
              </a:rPr>
              <a:t>Characteristics</a:t>
            </a:r>
            <a:r>
              <a:rPr lang="it-IT" sz="2000">
                <a:ea typeface="Calibri"/>
                <a:cs typeface="Calibri"/>
              </a:rPr>
              <a:t>:</a:t>
            </a:r>
          </a:p>
          <a:p>
            <a:pPr marL="285750" indent="-285750">
              <a:buFont typeface="Arial"/>
              <a:buChar char="•"/>
            </a:pPr>
            <a:r>
              <a:rPr lang="it-IT" sz="2000">
                <a:ea typeface="Calibri"/>
                <a:cs typeface="Calibri"/>
              </a:rPr>
              <a:t>1 </a:t>
            </a:r>
            <a:r>
              <a:rPr lang="it-IT" sz="2000" err="1">
                <a:ea typeface="Calibri"/>
                <a:cs typeface="Calibri"/>
              </a:rPr>
              <a:t>transmitter</a:t>
            </a:r>
            <a:r>
              <a:rPr lang="it-IT" sz="2000">
                <a:ea typeface="Calibri"/>
                <a:cs typeface="Calibri"/>
              </a:rPr>
              <a:t> antenna</a:t>
            </a:r>
          </a:p>
          <a:p>
            <a:pPr marL="285750" indent="-285750">
              <a:buFont typeface="Arial"/>
              <a:buChar char="•"/>
            </a:pPr>
            <a:r>
              <a:rPr lang="it-IT" sz="2000">
                <a:ea typeface="Calibri"/>
                <a:cs typeface="Calibri"/>
              </a:rPr>
              <a:t>3 </a:t>
            </a:r>
            <a:r>
              <a:rPr lang="it-IT" sz="2000" err="1">
                <a:ea typeface="Calibri"/>
                <a:cs typeface="Calibri"/>
              </a:rPr>
              <a:t>receiving</a:t>
            </a:r>
            <a:r>
              <a:rPr lang="it-IT" sz="2000">
                <a:ea typeface="Calibri"/>
                <a:cs typeface="Calibri"/>
              </a:rPr>
              <a:t> </a:t>
            </a:r>
            <a:r>
              <a:rPr lang="it-IT" sz="2000" err="1">
                <a:ea typeface="Calibri"/>
                <a:cs typeface="Calibri"/>
              </a:rPr>
              <a:t>antennas</a:t>
            </a:r>
            <a:endParaRPr lang="it-IT" sz="2000">
              <a:ea typeface="Calibri"/>
              <a:cs typeface="Calibri"/>
            </a:endParaRPr>
          </a:p>
          <a:p>
            <a:pPr marL="742950" lvl="1" indent="-285750">
              <a:buFont typeface="Courier New"/>
              <a:buChar char="o"/>
            </a:pPr>
            <a:r>
              <a:rPr lang="it-IT" sz="2000">
                <a:ea typeface="Calibri"/>
                <a:cs typeface="Calibri"/>
              </a:rPr>
              <a:t>For </a:t>
            </a:r>
            <a:r>
              <a:rPr lang="it-IT" sz="2000" err="1">
                <a:ea typeface="Calibri"/>
                <a:cs typeface="Calibri"/>
              </a:rPr>
              <a:t>azimuth</a:t>
            </a:r>
            <a:r>
              <a:rPr lang="it-IT" sz="2000">
                <a:ea typeface="Calibri"/>
                <a:cs typeface="Calibri"/>
              </a:rPr>
              <a:t> angle </a:t>
            </a:r>
            <a:r>
              <a:rPr lang="it-IT" sz="2000" err="1">
                <a:ea typeface="Calibri"/>
                <a:cs typeface="Calibri"/>
              </a:rPr>
              <a:t>computation</a:t>
            </a:r>
            <a:r>
              <a:rPr lang="it-IT" sz="2000">
                <a:ea typeface="Calibri"/>
                <a:cs typeface="Calibri"/>
              </a:rPr>
              <a:t>: RX0 and RX2</a:t>
            </a:r>
          </a:p>
          <a:p>
            <a:pPr marL="285750" indent="-285750">
              <a:buFont typeface="Arial"/>
              <a:buChar char="•"/>
            </a:pPr>
            <a:r>
              <a:rPr lang="it-IT" sz="2000" err="1">
                <a:ea typeface="Calibri"/>
                <a:cs typeface="Calibri"/>
              </a:rPr>
              <a:t>Beamforming</a:t>
            </a:r>
            <a:r>
              <a:rPr lang="it-IT" sz="2000">
                <a:ea typeface="Calibri"/>
                <a:cs typeface="Calibri"/>
              </a:rPr>
              <a:t> </a:t>
            </a:r>
            <a:r>
              <a:rPr lang="it-IT" sz="2000" err="1">
                <a:ea typeface="Calibri"/>
                <a:cs typeface="Calibri"/>
              </a:rPr>
              <a:t>parameters</a:t>
            </a:r>
            <a:r>
              <a:rPr lang="it-IT" sz="2000">
                <a:ea typeface="Calibri"/>
                <a:cs typeface="Calibri"/>
              </a:rPr>
              <a:t>:</a:t>
            </a:r>
          </a:p>
          <a:p>
            <a:pPr marL="742950" lvl="1" indent="-285750">
              <a:buFont typeface="Courier New"/>
              <a:buChar char="o"/>
            </a:pPr>
            <a:r>
              <a:rPr lang="it-IT" sz="2000" err="1">
                <a:ea typeface="Calibri"/>
                <a:cs typeface="Calibri"/>
              </a:rPr>
              <a:t>Distance</a:t>
            </a:r>
            <a:r>
              <a:rPr lang="it-IT" sz="2000">
                <a:ea typeface="Calibri"/>
                <a:cs typeface="Calibri"/>
              </a:rPr>
              <a:t> </a:t>
            </a:r>
            <a:r>
              <a:rPr lang="it-IT" sz="2000" err="1">
                <a:ea typeface="Calibri"/>
                <a:cs typeface="Calibri"/>
              </a:rPr>
              <a:t>between</a:t>
            </a:r>
            <a:r>
              <a:rPr lang="it-IT" sz="2000">
                <a:ea typeface="Calibri"/>
                <a:cs typeface="Calibri"/>
              </a:rPr>
              <a:t> RX antenna </a:t>
            </a:r>
            <a:r>
              <a:rPr lang="it-IT" sz="2000" err="1">
                <a:ea typeface="Calibri"/>
                <a:cs typeface="Calibri"/>
              </a:rPr>
              <a:t>elements</a:t>
            </a:r>
            <a:r>
              <a:rPr lang="it-IT" sz="2000">
                <a:ea typeface="Calibri"/>
                <a:cs typeface="Calibri"/>
              </a:rPr>
              <a:t> (d): 1.75 cm</a:t>
            </a:r>
          </a:p>
          <a:p>
            <a:pPr marL="742950" lvl="1" indent="-285750">
              <a:buFont typeface="Courier New"/>
              <a:buChar char="o"/>
            </a:pPr>
            <a:r>
              <a:rPr lang="it-IT" sz="2000">
                <a:ea typeface="Calibri"/>
                <a:cs typeface="Calibri"/>
              </a:rPr>
              <a:t>Center frequency of the radar </a:t>
            </a:r>
            <a:r>
              <a:rPr lang="it-IT" sz="2000" err="1">
                <a:ea typeface="Calibri"/>
                <a:cs typeface="Calibri"/>
              </a:rPr>
              <a:t>pulse</a:t>
            </a:r>
            <a:r>
              <a:rPr lang="it-IT" sz="2000">
                <a:ea typeface="Calibri"/>
                <a:cs typeface="Calibri"/>
              </a:rPr>
              <a:t> (f): 7.98 GHz</a:t>
            </a:r>
          </a:p>
          <a:p>
            <a:pPr marL="742950" lvl="1" indent="-285750">
              <a:buFont typeface="Courier New"/>
              <a:buChar char="o"/>
            </a:pPr>
            <a:endParaRPr lang="it-IT" sz="2000">
              <a:ea typeface="Calibri"/>
              <a:cs typeface="Calibri"/>
            </a:endParaRPr>
          </a:p>
        </p:txBody>
      </p:sp>
      <p:pic>
        <p:nvPicPr>
          <p:cNvPr id="5" name="Immagine 4" descr="Immagine che contiene testo, schermata, Carattere, Stampa&#10;&#10;Il contenuto generato dall&amp;#39;IA potrebbe non essere corretto.">
            <a:extLst>
              <a:ext uri="{FF2B5EF4-FFF2-40B4-BE49-F238E27FC236}">
                <a16:creationId xmlns:a16="http://schemas.microsoft.com/office/drawing/2014/main" id="{F8D6A13E-A3CC-ADEB-8C89-0BFB2DAFA81D}"/>
              </a:ext>
            </a:extLst>
          </p:cNvPr>
          <p:cNvPicPr>
            <a:picLocks noChangeAspect="1"/>
          </p:cNvPicPr>
          <p:nvPr/>
        </p:nvPicPr>
        <p:blipFill>
          <a:blip r:embed="rId2"/>
          <a:stretch>
            <a:fillRect/>
          </a:stretch>
        </p:blipFill>
        <p:spPr>
          <a:xfrm rot="5400000">
            <a:off x="7188232" y="2320953"/>
            <a:ext cx="3516407" cy="2206999"/>
          </a:xfrm>
          <a:prstGeom prst="rect">
            <a:avLst/>
          </a:prstGeom>
        </p:spPr>
      </p:pic>
    </p:spTree>
    <p:extLst>
      <p:ext uri="{BB962C8B-B14F-4D97-AF65-F5344CB8AC3E}">
        <p14:creationId xmlns:p14="http://schemas.microsoft.com/office/powerpoint/2010/main" val="2069449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B326E-0A77-3620-68A2-14CC18422EB9}"/>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BC688978-330B-0107-1074-7D641BF4AD67}"/>
              </a:ext>
            </a:extLst>
          </p:cNvPr>
          <p:cNvSpPr>
            <a:spLocks noGrp="1"/>
          </p:cNvSpPr>
          <p:nvPr>
            <p:ph type="sldNum" sz="quarter" idx="12"/>
          </p:nvPr>
        </p:nvSpPr>
        <p:spPr/>
        <p:txBody>
          <a:bodyPr/>
          <a:lstStyle/>
          <a:p>
            <a:fld id="{DCE09022-C08B-4F34-B9F0-43AC160DA04C}" type="slidenum">
              <a:rPr lang="it-IT" smtClean="0"/>
              <a:pPr/>
              <a:t>12</a:t>
            </a:fld>
            <a:r>
              <a:rPr lang="it-IT"/>
              <a:t>/XX</a:t>
            </a:r>
          </a:p>
        </p:txBody>
      </p:sp>
      <p:sp>
        <p:nvSpPr>
          <p:cNvPr id="3" name="Titolo 2">
            <a:extLst>
              <a:ext uri="{FF2B5EF4-FFF2-40B4-BE49-F238E27FC236}">
                <a16:creationId xmlns:a16="http://schemas.microsoft.com/office/drawing/2014/main" id="{4DF7507F-BB96-7A07-C254-8668DDE0BEE4}"/>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sp>
        <p:nvSpPr>
          <p:cNvPr id="4" name="CasellaDiTesto 3">
            <a:extLst>
              <a:ext uri="{FF2B5EF4-FFF2-40B4-BE49-F238E27FC236}">
                <a16:creationId xmlns:a16="http://schemas.microsoft.com/office/drawing/2014/main" id="{EEA29AFA-6B99-5B37-4DAC-E99ADABEFDEE}"/>
              </a:ext>
            </a:extLst>
          </p:cNvPr>
          <p:cNvSpPr txBox="1"/>
          <p:nvPr/>
        </p:nvSpPr>
        <p:spPr>
          <a:xfrm>
            <a:off x="433952" y="1374182"/>
            <a:ext cx="5268193"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b="1" err="1">
                <a:ea typeface="Calibri"/>
                <a:cs typeface="Calibri"/>
              </a:rPr>
              <a:t>Beamforming</a:t>
            </a:r>
            <a:r>
              <a:rPr lang="it-IT" sz="2000" b="1">
                <a:ea typeface="Calibri"/>
                <a:cs typeface="Calibri"/>
              </a:rPr>
              <a:t> pipeline:</a:t>
            </a:r>
            <a:endParaRPr lang="en-US" sz="2000" b="1">
              <a:ea typeface="Calibri"/>
              <a:cs typeface="Calibri"/>
            </a:endParaRPr>
          </a:p>
          <a:p>
            <a:pPr marL="457200" indent="-457200">
              <a:buAutoNum type="arabicPeriod"/>
            </a:pPr>
            <a:r>
              <a:rPr lang="it-IT" sz="2000">
                <a:ea typeface="Calibri"/>
                <a:cs typeface="Calibri"/>
              </a:rPr>
              <a:t>For </a:t>
            </a:r>
            <a:r>
              <a:rPr lang="it-IT" sz="2000" err="1">
                <a:ea typeface="Calibri"/>
                <a:cs typeface="Calibri"/>
              </a:rPr>
              <a:t>each</a:t>
            </a:r>
            <a:r>
              <a:rPr lang="it-IT" sz="2000">
                <a:ea typeface="Calibri"/>
                <a:cs typeface="Calibri"/>
              </a:rPr>
              <a:t> sample, load data from RX0 and RX2</a:t>
            </a:r>
          </a:p>
          <a:p>
            <a:pPr marL="457200" indent="-457200">
              <a:buAutoNum type="arabicPeriod"/>
            </a:pPr>
            <a:r>
              <a:rPr lang="it-IT" sz="2000" err="1">
                <a:ea typeface="Calibri"/>
                <a:cs typeface="Calibri"/>
              </a:rPr>
              <a:t>Apply</a:t>
            </a:r>
            <a:r>
              <a:rPr lang="it-IT" sz="2000">
                <a:ea typeface="Calibri"/>
                <a:cs typeface="Calibri"/>
              </a:rPr>
              <a:t> SMA, </a:t>
            </a:r>
            <a:r>
              <a:rPr lang="it-IT" sz="2000" err="1">
                <a:ea typeface="Calibri"/>
                <a:cs typeface="Calibri"/>
              </a:rPr>
              <a:t>then</a:t>
            </a:r>
            <a:r>
              <a:rPr lang="it-IT" sz="2000">
                <a:ea typeface="Calibri"/>
                <a:cs typeface="Calibri"/>
              </a:rPr>
              <a:t> EWMA </a:t>
            </a:r>
            <a:r>
              <a:rPr lang="it-IT" sz="2000" err="1">
                <a:ea typeface="Calibri"/>
                <a:cs typeface="Calibri"/>
              </a:rPr>
              <a:t>decluttering</a:t>
            </a:r>
            <a:endParaRPr lang="en-US" sz="2000" err="1">
              <a:ea typeface="Calibri"/>
              <a:cs typeface="Calibri"/>
            </a:endParaRPr>
          </a:p>
          <a:p>
            <a:pPr marL="457200" indent="-457200">
              <a:buAutoNum type="arabicPeriod"/>
            </a:pPr>
            <a:r>
              <a:rPr lang="it-IT" sz="2000">
                <a:ea typeface="Calibri"/>
                <a:cs typeface="Calibri"/>
              </a:rPr>
              <a:t>Compute </a:t>
            </a:r>
            <a:r>
              <a:rPr lang="it-IT" sz="2000" err="1">
                <a:ea typeface="Calibri"/>
                <a:cs typeface="Calibri"/>
              </a:rPr>
              <a:t>beamforming</a:t>
            </a:r>
            <a:r>
              <a:rPr lang="it-IT" sz="2000">
                <a:ea typeface="Calibri"/>
                <a:cs typeface="Calibri"/>
              </a:rPr>
              <a:t> weights in the [-45°, +45°] range</a:t>
            </a:r>
            <a:endParaRPr lang="en-US" sz="2000">
              <a:ea typeface="Calibri"/>
              <a:cs typeface="Calibri"/>
            </a:endParaRPr>
          </a:p>
          <a:p>
            <a:pPr marL="457200" indent="-457200">
              <a:buAutoNum type="arabicPeriod"/>
            </a:pPr>
            <a:r>
              <a:rPr lang="it-IT" sz="2000" err="1">
                <a:ea typeface="Calibri"/>
                <a:cs typeface="Calibri"/>
              </a:rPr>
              <a:t>Perform</a:t>
            </a:r>
            <a:r>
              <a:rPr lang="it-IT" sz="2000">
                <a:ea typeface="Calibri"/>
                <a:cs typeface="Calibri"/>
              </a:rPr>
              <a:t> </a:t>
            </a:r>
            <a:r>
              <a:rPr lang="it-IT" sz="2000" err="1">
                <a:ea typeface="Calibri"/>
                <a:cs typeface="Calibri"/>
              </a:rPr>
              <a:t>azimuth</a:t>
            </a:r>
            <a:r>
              <a:rPr lang="it-IT" sz="2000">
                <a:ea typeface="Calibri"/>
                <a:cs typeface="Calibri"/>
              </a:rPr>
              <a:t> (</a:t>
            </a:r>
            <a:r>
              <a:rPr lang="it-IT" sz="2000" err="1">
                <a:ea typeface="Calibri"/>
                <a:cs typeface="Calibri"/>
              </a:rPr>
              <a:t>horizontal</a:t>
            </a:r>
            <a:r>
              <a:rPr lang="it-IT" sz="2000">
                <a:ea typeface="Calibri"/>
                <a:cs typeface="Calibri"/>
              </a:rPr>
              <a:t> angle) </a:t>
            </a:r>
            <a:r>
              <a:rPr lang="it-IT" sz="2000" err="1">
                <a:ea typeface="Calibri"/>
                <a:cs typeface="Calibri"/>
              </a:rPr>
              <a:t>beamforming</a:t>
            </a:r>
            <a:r>
              <a:rPr lang="it-IT" sz="2000">
                <a:ea typeface="Calibri"/>
                <a:cs typeface="Calibri"/>
              </a:rPr>
              <a:t>:</a:t>
            </a:r>
          </a:p>
          <a:p>
            <a:pPr marL="914400" lvl="1" indent="-457200">
              <a:buFont typeface="Courier New"/>
              <a:buChar char="o"/>
            </a:pPr>
            <a:r>
              <a:rPr lang="it-IT" sz="2000">
                <a:ea typeface="Calibri"/>
                <a:cs typeface="Calibri"/>
              </a:rPr>
              <a:t>In SR250, the </a:t>
            </a:r>
            <a:r>
              <a:rPr lang="it-IT" sz="2000" err="1">
                <a:ea typeface="Calibri"/>
                <a:cs typeface="Calibri"/>
              </a:rPr>
              <a:t>two</a:t>
            </a:r>
            <a:r>
              <a:rPr lang="it-IT" sz="2000">
                <a:ea typeface="Calibri"/>
                <a:cs typeface="Calibri"/>
              </a:rPr>
              <a:t> </a:t>
            </a:r>
            <a:r>
              <a:rPr lang="it-IT" sz="2000" err="1">
                <a:ea typeface="Calibri"/>
                <a:cs typeface="Calibri"/>
              </a:rPr>
              <a:t>antennas</a:t>
            </a:r>
            <a:r>
              <a:rPr lang="it-IT" sz="2000">
                <a:ea typeface="Calibri"/>
                <a:cs typeface="Calibri"/>
              </a:rPr>
              <a:t> are </a:t>
            </a:r>
            <a:r>
              <a:rPr lang="it-IT" sz="2000" err="1">
                <a:ea typeface="Calibri"/>
                <a:cs typeface="Calibri"/>
              </a:rPr>
              <a:t>slightly</a:t>
            </a:r>
            <a:r>
              <a:rPr lang="it-IT" sz="2000">
                <a:ea typeface="Calibri"/>
                <a:cs typeface="Calibri"/>
              </a:rPr>
              <a:t> </a:t>
            </a:r>
            <a:r>
              <a:rPr lang="it-IT" sz="2000" err="1">
                <a:ea typeface="Calibri"/>
                <a:cs typeface="Calibri"/>
              </a:rPr>
              <a:t>mismatched</a:t>
            </a:r>
            <a:r>
              <a:rPr lang="it-IT" sz="2000">
                <a:ea typeface="Calibri"/>
                <a:cs typeface="Calibri"/>
              </a:rPr>
              <a:t> in the range </a:t>
            </a:r>
            <a:r>
              <a:rPr lang="it-IT" sz="2000" err="1">
                <a:ea typeface="Calibri"/>
                <a:cs typeface="Calibri"/>
              </a:rPr>
              <a:t>bins</a:t>
            </a:r>
            <a:endParaRPr lang="it-IT" sz="2000">
              <a:ea typeface="Calibri"/>
              <a:cs typeface="Calibri"/>
            </a:endParaRPr>
          </a:p>
          <a:p>
            <a:pPr marL="914400" lvl="1" indent="-457200">
              <a:buFont typeface="Courier New"/>
              <a:buChar char="o"/>
            </a:pPr>
            <a:r>
              <a:rPr lang="it-IT" sz="2000">
                <a:ea typeface="Calibri"/>
                <a:cs typeface="Calibri"/>
              </a:rPr>
              <a:t>For RX0: range </a:t>
            </a:r>
            <a:r>
              <a:rPr lang="it-IT" sz="2000" err="1">
                <a:ea typeface="Calibri"/>
                <a:cs typeface="Calibri"/>
              </a:rPr>
              <a:t>bins</a:t>
            </a:r>
            <a:r>
              <a:rPr lang="it-IT" sz="2000">
                <a:ea typeface="Calibri"/>
                <a:cs typeface="Calibri"/>
              </a:rPr>
              <a:t> [0:45]</a:t>
            </a:r>
          </a:p>
          <a:p>
            <a:pPr marL="914400" lvl="1" indent="-457200">
              <a:buFont typeface="Courier New"/>
              <a:buChar char="o"/>
            </a:pPr>
            <a:r>
              <a:rPr lang="it-IT" sz="2000">
                <a:ea typeface="Calibri"/>
                <a:cs typeface="Calibri"/>
              </a:rPr>
              <a:t>For RX2: range </a:t>
            </a:r>
            <a:r>
              <a:rPr lang="it-IT" sz="2000" err="1">
                <a:ea typeface="Calibri"/>
                <a:cs typeface="Calibri"/>
              </a:rPr>
              <a:t>bins</a:t>
            </a:r>
            <a:r>
              <a:rPr lang="it-IT" sz="2000">
                <a:ea typeface="Calibri"/>
                <a:cs typeface="Calibri"/>
              </a:rPr>
              <a:t> [2:47]</a:t>
            </a:r>
          </a:p>
          <a:p>
            <a:pPr marL="914400" lvl="1" indent="-457200">
              <a:buFont typeface="Courier New"/>
              <a:buChar char="o"/>
            </a:pPr>
            <a:r>
              <a:rPr lang="it-IT" sz="2000">
                <a:ea typeface="Calibri"/>
                <a:cs typeface="Calibri"/>
              </a:rPr>
              <a:t>Conversion </a:t>
            </a:r>
            <a:r>
              <a:rPr lang="it-IT" sz="2000" err="1">
                <a:ea typeface="Calibri"/>
                <a:cs typeface="Calibri"/>
              </a:rPr>
              <a:t>factor</a:t>
            </a:r>
            <a:r>
              <a:rPr lang="it-IT" sz="2000">
                <a:ea typeface="Calibri"/>
                <a:cs typeface="Calibri"/>
              </a:rPr>
              <a:t>: 10 range </a:t>
            </a:r>
            <a:r>
              <a:rPr lang="it-IT" sz="2000" err="1">
                <a:ea typeface="Calibri"/>
                <a:cs typeface="Calibri"/>
              </a:rPr>
              <a:t>bins</a:t>
            </a:r>
            <a:r>
              <a:rPr lang="it-IT" sz="2000">
                <a:ea typeface="Calibri"/>
                <a:cs typeface="Calibri"/>
              </a:rPr>
              <a:t> </a:t>
            </a:r>
            <a:r>
              <a:rPr lang="it-IT" sz="2000">
                <a:ea typeface="+mn-lt"/>
                <a:cs typeface="+mn-lt"/>
              </a:rPr>
              <a:t>≈ 1 m</a:t>
            </a:r>
          </a:p>
          <a:p>
            <a:pPr marL="457200" indent="-457200">
              <a:buAutoNum type="arabicPeriod"/>
            </a:pPr>
            <a:r>
              <a:rPr lang="it-IT" sz="2000" err="1">
                <a:ea typeface="Calibri"/>
                <a:cs typeface="Calibri"/>
              </a:rPr>
              <a:t>Normalization</a:t>
            </a:r>
            <a:r>
              <a:rPr lang="it-IT" sz="2000">
                <a:ea typeface="Calibri"/>
                <a:cs typeface="Calibri"/>
              </a:rPr>
              <a:t> in [0, 1] range</a:t>
            </a:r>
            <a:endParaRPr lang="en-US" sz="2000">
              <a:ea typeface="Calibri"/>
              <a:cs typeface="Calibri"/>
            </a:endParaRPr>
          </a:p>
          <a:p>
            <a:endParaRPr lang="it-IT" sz="2000">
              <a:ea typeface="Calibri"/>
              <a:cs typeface="Calibri"/>
            </a:endParaRPr>
          </a:p>
          <a:p>
            <a:endParaRPr lang="it-IT" sz="2000">
              <a:ea typeface="Calibri"/>
              <a:cs typeface="Calibri"/>
            </a:endParaRPr>
          </a:p>
        </p:txBody>
      </p:sp>
      <p:pic>
        <p:nvPicPr>
          <p:cNvPr id="8" name="Immagine 7" descr="Immagine che contiene schermata, testo, Rettangolo&#10;&#10;Il contenuto generato dall&amp;#39;IA potrebbe non essere corretto.">
            <a:extLst>
              <a:ext uri="{FF2B5EF4-FFF2-40B4-BE49-F238E27FC236}">
                <a16:creationId xmlns:a16="http://schemas.microsoft.com/office/drawing/2014/main" id="{2E9AB457-8D54-DA4D-0DF0-C5B2E9211024}"/>
              </a:ext>
            </a:extLst>
          </p:cNvPr>
          <p:cNvPicPr>
            <a:picLocks noChangeAspect="1"/>
          </p:cNvPicPr>
          <p:nvPr/>
        </p:nvPicPr>
        <p:blipFill>
          <a:blip r:embed="rId2"/>
          <a:stretch>
            <a:fillRect/>
          </a:stretch>
        </p:blipFill>
        <p:spPr>
          <a:xfrm>
            <a:off x="6015596" y="975472"/>
            <a:ext cx="5965453" cy="2688294"/>
          </a:xfrm>
          <a:prstGeom prst="rect">
            <a:avLst/>
          </a:prstGeom>
        </p:spPr>
      </p:pic>
      <p:pic>
        <p:nvPicPr>
          <p:cNvPr id="9" name="Immagine 8" descr="Immagine che contiene testo, schermata, schermo, Rettangolo&#10;&#10;Il contenuto generato dall&amp;#39;IA potrebbe non essere corretto.">
            <a:extLst>
              <a:ext uri="{FF2B5EF4-FFF2-40B4-BE49-F238E27FC236}">
                <a16:creationId xmlns:a16="http://schemas.microsoft.com/office/drawing/2014/main" id="{5A745C12-EB38-AC8E-D709-C49FA4DEAF98}"/>
              </a:ext>
            </a:extLst>
          </p:cNvPr>
          <p:cNvPicPr>
            <a:picLocks noChangeAspect="1"/>
          </p:cNvPicPr>
          <p:nvPr/>
        </p:nvPicPr>
        <p:blipFill>
          <a:blip r:embed="rId3"/>
          <a:stretch>
            <a:fillRect/>
          </a:stretch>
        </p:blipFill>
        <p:spPr>
          <a:xfrm>
            <a:off x="5996827" y="3673009"/>
            <a:ext cx="5980579" cy="2593600"/>
          </a:xfrm>
          <a:prstGeom prst="rect">
            <a:avLst/>
          </a:prstGeom>
        </p:spPr>
      </p:pic>
    </p:spTree>
    <p:extLst>
      <p:ext uri="{BB962C8B-B14F-4D97-AF65-F5344CB8AC3E}">
        <p14:creationId xmlns:p14="http://schemas.microsoft.com/office/powerpoint/2010/main" val="3537561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7C60F-C825-884D-52B6-7AA1DB6E7009}"/>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F856E020-7464-CF9E-529C-A38087A3F63D}"/>
              </a:ext>
            </a:extLst>
          </p:cNvPr>
          <p:cNvSpPr>
            <a:spLocks noGrp="1"/>
          </p:cNvSpPr>
          <p:nvPr>
            <p:ph type="sldNum" sz="quarter" idx="12"/>
          </p:nvPr>
        </p:nvSpPr>
        <p:spPr/>
        <p:txBody>
          <a:bodyPr/>
          <a:lstStyle/>
          <a:p>
            <a:fld id="{DCE09022-C08B-4F34-B9F0-43AC160DA04C}" type="slidenum">
              <a:rPr lang="it-IT" smtClean="0"/>
              <a:pPr/>
              <a:t>13</a:t>
            </a:fld>
            <a:r>
              <a:rPr lang="it-IT"/>
              <a:t>/XX</a:t>
            </a:r>
          </a:p>
        </p:txBody>
      </p:sp>
      <p:sp>
        <p:nvSpPr>
          <p:cNvPr id="3" name="Titolo 2">
            <a:extLst>
              <a:ext uri="{FF2B5EF4-FFF2-40B4-BE49-F238E27FC236}">
                <a16:creationId xmlns:a16="http://schemas.microsoft.com/office/drawing/2014/main" id="{24860350-F191-BE93-7E69-1FD8EFC7FE09}"/>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pic>
        <p:nvPicPr>
          <p:cNvPr id="5" name="Immagine 4" descr="Immagine che contiene testo, schermata, Software multimediale, software&#10;&#10;Il contenuto generato dall&amp;#39;IA potrebbe non essere corretto.">
            <a:extLst>
              <a:ext uri="{FF2B5EF4-FFF2-40B4-BE49-F238E27FC236}">
                <a16:creationId xmlns:a16="http://schemas.microsoft.com/office/drawing/2014/main" id="{59272BDA-3ED5-A5C9-D3E2-C89C9693CF70}"/>
              </a:ext>
            </a:extLst>
          </p:cNvPr>
          <p:cNvPicPr>
            <a:picLocks noChangeAspect="1"/>
          </p:cNvPicPr>
          <p:nvPr/>
        </p:nvPicPr>
        <p:blipFill>
          <a:blip r:embed="rId2"/>
          <a:stretch>
            <a:fillRect/>
          </a:stretch>
        </p:blipFill>
        <p:spPr>
          <a:xfrm>
            <a:off x="690004" y="1178578"/>
            <a:ext cx="4715995" cy="4814607"/>
          </a:xfrm>
          <a:prstGeom prst="rect">
            <a:avLst/>
          </a:prstGeom>
        </p:spPr>
      </p:pic>
      <p:pic>
        <p:nvPicPr>
          <p:cNvPr id="6" name="Immagine 5" descr="Immagine che contiene testo, schermata, design&#10;&#10;Il contenuto generato dall&amp;#39;IA potrebbe non essere corretto.">
            <a:extLst>
              <a:ext uri="{FF2B5EF4-FFF2-40B4-BE49-F238E27FC236}">
                <a16:creationId xmlns:a16="http://schemas.microsoft.com/office/drawing/2014/main" id="{866C190B-2D12-0722-ABC8-1B6FA3BECCF0}"/>
              </a:ext>
            </a:extLst>
          </p:cNvPr>
          <p:cNvPicPr>
            <a:picLocks noChangeAspect="1"/>
          </p:cNvPicPr>
          <p:nvPr/>
        </p:nvPicPr>
        <p:blipFill>
          <a:blip r:embed="rId3"/>
          <a:stretch>
            <a:fillRect/>
          </a:stretch>
        </p:blipFill>
        <p:spPr>
          <a:xfrm>
            <a:off x="6398559" y="1180540"/>
            <a:ext cx="5098676" cy="4810685"/>
          </a:xfrm>
          <a:prstGeom prst="rect">
            <a:avLst/>
          </a:prstGeom>
        </p:spPr>
      </p:pic>
    </p:spTree>
    <p:extLst>
      <p:ext uri="{BB962C8B-B14F-4D97-AF65-F5344CB8AC3E}">
        <p14:creationId xmlns:p14="http://schemas.microsoft.com/office/powerpoint/2010/main" val="380816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18778-6114-4B87-4AA8-878363CA139A}"/>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505A415D-6A8F-9C81-0241-79AA9CC104A7}"/>
              </a:ext>
            </a:extLst>
          </p:cNvPr>
          <p:cNvSpPr>
            <a:spLocks noGrp="1"/>
          </p:cNvSpPr>
          <p:nvPr>
            <p:ph type="sldNum" sz="quarter" idx="12"/>
          </p:nvPr>
        </p:nvSpPr>
        <p:spPr/>
        <p:txBody>
          <a:bodyPr/>
          <a:lstStyle/>
          <a:p>
            <a:fld id="{DCE09022-C08B-4F34-B9F0-43AC160DA04C}" type="slidenum">
              <a:rPr lang="it-IT" smtClean="0"/>
              <a:pPr/>
              <a:t>14</a:t>
            </a:fld>
            <a:r>
              <a:rPr lang="it-IT"/>
              <a:t>/XX</a:t>
            </a:r>
          </a:p>
        </p:txBody>
      </p:sp>
      <p:sp>
        <p:nvSpPr>
          <p:cNvPr id="3" name="Titolo 2">
            <a:extLst>
              <a:ext uri="{FF2B5EF4-FFF2-40B4-BE49-F238E27FC236}">
                <a16:creationId xmlns:a16="http://schemas.microsoft.com/office/drawing/2014/main" id="{0B2829BF-1B5E-1686-8A83-93FA1A1E9D30}"/>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sp>
        <p:nvSpPr>
          <p:cNvPr id="4" name="CasellaDiTesto 3">
            <a:extLst>
              <a:ext uri="{FF2B5EF4-FFF2-40B4-BE49-F238E27FC236}">
                <a16:creationId xmlns:a16="http://schemas.microsoft.com/office/drawing/2014/main" id="{1C022EA2-58F1-9B7A-E9BC-F2A870694525}"/>
              </a:ext>
            </a:extLst>
          </p:cNvPr>
          <p:cNvSpPr txBox="1"/>
          <p:nvPr/>
        </p:nvSpPr>
        <p:spPr>
          <a:xfrm>
            <a:off x="624452" y="1374182"/>
            <a:ext cx="5458694"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b="1">
                <a:ea typeface="Calibri"/>
                <a:cs typeface="Calibri"/>
              </a:rPr>
              <a:t>Object </a:t>
            </a:r>
            <a:r>
              <a:rPr lang="it-IT" sz="2000" b="1" err="1">
                <a:ea typeface="Calibri"/>
                <a:cs typeface="Calibri"/>
              </a:rPr>
              <a:t>Detection</a:t>
            </a:r>
            <a:r>
              <a:rPr lang="it-IT" sz="2000" b="1">
                <a:ea typeface="Calibri"/>
                <a:cs typeface="Calibri"/>
              </a:rPr>
              <a:t> </a:t>
            </a:r>
            <a:r>
              <a:rPr lang="it-IT" sz="2000" b="1" err="1">
                <a:ea typeface="Calibri"/>
                <a:cs typeface="Calibri"/>
              </a:rPr>
              <a:t>experiments</a:t>
            </a:r>
            <a:r>
              <a:rPr lang="it-IT" sz="2000" b="1">
                <a:ea typeface="Calibri"/>
                <a:cs typeface="Calibri"/>
              </a:rPr>
              <a:t>:</a:t>
            </a:r>
          </a:p>
          <a:p>
            <a:pPr marL="342900" indent="-342900">
              <a:buFont typeface="Arial"/>
              <a:buChar char="•"/>
            </a:pPr>
            <a:r>
              <a:rPr lang="it-IT" sz="2000">
                <a:ea typeface="Calibri"/>
                <a:cs typeface="Calibri"/>
              </a:rPr>
              <a:t>Window size: 40 time frames</a:t>
            </a:r>
          </a:p>
          <a:p>
            <a:pPr marL="342900" indent="-342900">
              <a:buFont typeface="Arial"/>
              <a:buChar char="•"/>
            </a:pPr>
            <a:r>
              <a:rPr lang="it-IT" sz="2000">
                <a:ea typeface="Calibri"/>
                <a:cs typeface="Calibri"/>
              </a:rPr>
              <a:t>Step size: 20 time frames</a:t>
            </a:r>
          </a:p>
          <a:p>
            <a:pPr marL="342900" indent="-342900">
              <a:buFont typeface="Arial"/>
              <a:buChar char="•"/>
            </a:pPr>
            <a:r>
              <a:rPr lang="it-IT" sz="2000" err="1">
                <a:ea typeface="Calibri"/>
                <a:cs typeface="Calibri"/>
              </a:rPr>
              <a:t>Number</a:t>
            </a:r>
            <a:r>
              <a:rPr lang="it-IT" sz="2000">
                <a:ea typeface="Calibri"/>
                <a:cs typeface="Calibri"/>
              </a:rPr>
              <a:t> of images in the dataset: 5790</a:t>
            </a:r>
          </a:p>
          <a:p>
            <a:pPr marL="342900" indent="-342900">
              <a:buFont typeface="Arial"/>
              <a:buChar char="•"/>
            </a:pPr>
            <a:r>
              <a:rPr lang="it-IT" sz="2000">
                <a:ea typeface="Calibri"/>
                <a:cs typeface="Calibri"/>
              </a:rPr>
              <a:t>Size of </a:t>
            </a:r>
            <a:r>
              <a:rPr lang="it-IT" sz="2000" err="1">
                <a:ea typeface="Calibri"/>
                <a:cs typeface="Calibri"/>
              </a:rPr>
              <a:t>each</a:t>
            </a:r>
            <a:r>
              <a:rPr lang="it-IT" sz="2000">
                <a:ea typeface="Calibri"/>
                <a:cs typeface="Calibri"/>
              </a:rPr>
              <a:t> image: 155</a:t>
            </a:r>
            <a:r>
              <a:rPr lang="it-IT" sz="2000">
                <a:ea typeface="+mn-lt"/>
                <a:cs typeface="+mn-lt"/>
              </a:rPr>
              <a:t>×</a:t>
            </a:r>
            <a:r>
              <a:rPr lang="it-IT" sz="2000">
                <a:ea typeface="Calibri"/>
                <a:cs typeface="Calibri"/>
              </a:rPr>
              <a:t>154</a:t>
            </a:r>
          </a:p>
          <a:p>
            <a:pPr marL="342900" indent="-342900">
              <a:buFont typeface="Arial"/>
              <a:buChar char="•"/>
            </a:pPr>
            <a:r>
              <a:rPr lang="it-IT" sz="2000">
                <a:ea typeface="Calibri"/>
                <a:cs typeface="Calibri"/>
              </a:rPr>
              <a:t>Training/test split: 80% / 20%</a:t>
            </a:r>
          </a:p>
          <a:p>
            <a:pPr marL="342900" indent="-342900">
              <a:buFont typeface="Arial"/>
              <a:buChar char="•"/>
            </a:pPr>
            <a:r>
              <a:rPr lang="it-IT" sz="2000">
                <a:ea typeface="Calibri"/>
                <a:cs typeface="Calibri"/>
              </a:rPr>
              <a:t>Training/</a:t>
            </a:r>
            <a:r>
              <a:rPr lang="it-IT" sz="2000" err="1">
                <a:ea typeface="Calibri"/>
                <a:cs typeface="Calibri"/>
              </a:rPr>
              <a:t>validation</a:t>
            </a:r>
            <a:r>
              <a:rPr lang="it-IT" sz="2000">
                <a:ea typeface="Calibri"/>
                <a:cs typeface="Calibri"/>
              </a:rPr>
              <a:t> split: 85% / 15%</a:t>
            </a:r>
          </a:p>
          <a:p>
            <a:pPr marL="342900" indent="-342900">
              <a:buFont typeface="Arial"/>
              <a:buChar char="•"/>
            </a:pPr>
            <a:endParaRPr lang="it-IT" sz="2000">
              <a:ea typeface="Calibri"/>
              <a:cs typeface="Calibri"/>
            </a:endParaRPr>
          </a:p>
          <a:p>
            <a:pPr marL="342900" indent="-342900">
              <a:buFont typeface="Arial"/>
              <a:buChar char="•"/>
            </a:pPr>
            <a:r>
              <a:rPr lang="it-IT" sz="2000" err="1">
                <a:ea typeface="Calibri"/>
                <a:cs typeface="Calibri"/>
              </a:rPr>
              <a:t>Considering</a:t>
            </a:r>
            <a:r>
              <a:rPr lang="it-IT" sz="2000">
                <a:ea typeface="Calibri"/>
                <a:cs typeface="Calibri"/>
              </a:rPr>
              <a:t> one single class </a:t>
            </a:r>
            <a:r>
              <a:rPr lang="it-IT" sz="2000" err="1">
                <a:ea typeface="Calibri"/>
                <a:cs typeface="Calibri"/>
              </a:rPr>
              <a:t>instead</a:t>
            </a:r>
            <a:r>
              <a:rPr lang="it-IT" sz="2000">
                <a:ea typeface="Calibri"/>
                <a:cs typeface="Calibri"/>
              </a:rPr>
              <a:t> of 9 classes leads to </a:t>
            </a:r>
            <a:r>
              <a:rPr lang="it-IT" sz="2000" err="1">
                <a:ea typeface="Calibri"/>
                <a:cs typeface="Calibri"/>
              </a:rPr>
              <a:t>higher</a:t>
            </a:r>
            <a:r>
              <a:rPr lang="it-IT" sz="2000">
                <a:ea typeface="Calibri"/>
                <a:cs typeface="Calibri"/>
              </a:rPr>
              <a:t> </a:t>
            </a:r>
            <a:r>
              <a:rPr lang="it-IT" sz="2000" err="1">
                <a:ea typeface="Calibri"/>
                <a:cs typeface="Calibri"/>
              </a:rPr>
              <a:t>precision</a:t>
            </a:r>
            <a:r>
              <a:rPr lang="it-IT" sz="2000">
                <a:ea typeface="Calibri"/>
                <a:cs typeface="Calibri"/>
              </a:rPr>
              <a:t> and recall</a:t>
            </a:r>
          </a:p>
        </p:txBody>
      </p:sp>
      <p:pic>
        <p:nvPicPr>
          <p:cNvPr id="6" name="Immagine 5" descr="Immagine che contiene testo, schermata, Carattere, numero&#10;&#10;Il contenuto generato dall&amp;#39;IA potrebbe non essere corretto.">
            <a:extLst>
              <a:ext uri="{FF2B5EF4-FFF2-40B4-BE49-F238E27FC236}">
                <a16:creationId xmlns:a16="http://schemas.microsoft.com/office/drawing/2014/main" id="{B70E44A3-0724-93C6-5247-FCCF291BD435}"/>
              </a:ext>
            </a:extLst>
          </p:cNvPr>
          <p:cNvPicPr>
            <a:picLocks noChangeAspect="1"/>
          </p:cNvPicPr>
          <p:nvPr/>
        </p:nvPicPr>
        <p:blipFill>
          <a:blip r:embed="rId2"/>
          <a:stretch>
            <a:fillRect/>
          </a:stretch>
        </p:blipFill>
        <p:spPr>
          <a:xfrm>
            <a:off x="6717796" y="1378324"/>
            <a:ext cx="4762763" cy="4560795"/>
          </a:xfrm>
          <a:prstGeom prst="rect">
            <a:avLst/>
          </a:prstGeom>
        </p:spPr>
      </p:pic>
    </p:spTree>
    <p:extLst>
      <p:ext uri="{BB962C8B-B14F-4D97-AF65-F5344CB8AC3E}">
        <p14:creationId xmlns:p14="http://schemas.microsoft.com/office/powerpoint/2010/main" val="2469432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8DDB-FFC3-0106-CE9C-6A7B96079B9E}"/>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712DA537-04FE-E9D2-7DC7-223069C506A1}"/>
              </a:ext>
            </a:extLst>
          </p:cNvPr>
          <p:cNvSpPr>
            <a:spLocks noGrp="1"/>
          </p:cNvSpPr>
          <p:nvPr>
            <p:ph type="sldNum" sz="quarter" idx="12"/>
          </p:nvPr>
        </p:nvSpPr>
        <p:spPr/>
        <p:txBody>
          <a:bodyPr/>
          <a:lstStyle/>
          <a:p>
            <a:fld id="{DCE09022-C08B-4F34-B9F0-43AC160DA04C}" type="slidenum">
              <a:rPr lang="it-IT" smtClean="0"/>
              <a:pPr/>
              <a:t>15</a:t>
            </a:fld>
            <a:r>
              <a:rPr lang="it-IT"/>
              <a:t>/XX</a:t>
            </a:r>
          </a:p>
        </p:txBody>
      </p:sp>
      <p:sp>
        <p:nvSpPr>
          <p:cNvPr id="3" name="Titolo 2">
            <a:extLst>
              <a:ext uri="{FF2B5EF4-FFF2-40B4-BE49-F238E27FC236}">
                <a16:creationId xmlns:a16="http://schemas.microsoft.com/office/drawing/2014/main" id="{67CACE31-9D95-37AF-7CC2-1670914F3CC4}"/>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pic>
        <p:nvPicPr>
          <p:cNvPr id="5" name="Immagine 4" descr="Immagine che contiene testo, schermata, Carattere, numero&#10;&#10;Il contenuto generato dall&amp;#39;IA potrebbe non essere corretto.">
            <a:extLst>
              <a:ext uri="{FF2B5EF4-FFF2-40B4-BE49-F238E27FC236}">
                <a16:creationId xmlns:a16="http://schemas.microsoft.com/office/drawing/2014/main" id="{26BFB839-19DC-0A71-0514-295485454BD0}"/>
              </a:ext>
            </a:extLst>
          </p:cNvPr>
          <p:cNvPicPr>
            <a:picLocks noChangeAspect="1"/>
          </p:cNvPicPr>
          <p:nvPr/>
        </p:nvPicPr>
        <p:blipFill>
          <a:blip r:embed="rId2"/>
          <a:stretch>
            <a:fillRect/>
          </a:stretch>
        </p:blipFill>
        <p:spPr>
          <a:xfrm>
            <a:off x="866215" y="1571065"/>
            <a:ext cx="10459570" cy="3648635"/>
          </a:xfrm>
          <a:prstGeom prst="rect">
            <a:avLst/>
          </a:prstGeom>
        </p:spPr>
      </p:pic>
    </p:spTree>
    <p:extLst>
      <p:ext uri="{BB962C8B-B14F-4D97-AF65-F5344CB8AC3E}">
        <p14:creationId xmlns:p14="http://schemas.microsoft.com/office/powerpoint/2010/main" val="3363253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CF8ED-7F2D-DF7E-6F36-C251DD8B544D}"/>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ECD93ADB-2FE1-D2B3-828F-341F32735245}"/>
              </a:ext>
            </a:extLst>
          </p:cNvPr>
          <p:cNvSpPr>
            <a:spLocks noGrp="1"/>
          </p:cNvSpPr>
          <p:nvPr>
            <p:ph type="sldNum" sz="quarter" idx="12"/>
          </p:nvPr>
        </p:nvSpPr>
        <p:spPr/>
        <p:txBody>
          <a:bodyPr/>
          <a:lstStyle/>
          <a:p>
            <a:fld id="{DCE09022-C08B-4F34-B9F0-43AC160DA04C}" type="slidenum">
              <a:rPr lang="it-IT" smtClean="0"/>
              <a:pPr/>
              <a:t>16</a:t>
            </a:fld>
            <a:r>
              <a:rPr lang="it-IT"/>
              <a:t>/XX</a:t>
            </a:r>
          </a:p>
        </p:txBody>
      </p:sp>
      <p:sp>
        <p:nvSpPr>
          <p:cNvPr id="3" name="Titolo 2">
            <a:extLst>
              <a:ext uri="{FF2B5EF4-FFF2-40B4-BE49-F238E27FC236}">
                <a16:creationId xmlns:a16="http://schemas.microsoft.com/office/drawing/2014/main" id="{923798C7-20F6-6DD7-D005-5F8DBA482A78}"/>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sp>
        <p:nvSpPr>
          <p:cNvPr id="4" name="CasellaDiTesto 3">
            <a:extLst>
              <a:ext uri="{FF2B5EF4-FFF2-40B4-BE49-F238E27FC236}">
                <a16:creationId xmlns:a16="http://schemas.microsoft.com/office/drawing/2014/main" id="{D8AE0977-25E9-C6BB-75F9-EAF548B5A4DF}"/>
              </a:ext>
            </a:extLst>
          </p:cNvPr>
          <p:cNvSpPr txBox="1"/>
          <p:nvPr/>
        </p:nvSpPr>
        <p:spPr>
          <a:xfrm>
            <a:off x="624452" y="1374182"/>
            <a:ext cx="546990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b="1" err="1">
                <a:ea typeface="Calibri"/>
                <a:cs typeface="Calibri"/>
              </a:rPr>
              <a:t>Quantized</a:t>
            </a:r>
            <a:r>
              <a:rPr lang="it-IT" sz="2000" b="1">
                <a:ea typeface="Calibri"/>
                <a:cs typeface="Calibri"/>
              </a:rPr>
              <a:t> FOMO </a:t>
            </a:r>
            <a:r>
              <a:rPr lang="it-IT" sz="2000" b="1" err="1">
                <a:ea typeface="Calibri"/>
                <a:cs typeface="Calibri"/>
              </a:rPr>
              <a:t>requirements</a:t>
            </a:r>
            <a:r>
              <a:rPr lang="it-IT" sz="2000" b="1">
                <a:ea typeface="Calibri"/>
                <a:cs typeface="Calibri"/>
              </a:rPr>
              <a:t>:</a:t>
            </a:r>
            <a:endParaRPr lang="it-IT">
              <a:ea typeface="+mn-lt"/>
              <a:cs typeface="+mn-lt"/>
            </a:endParaRPr>
          </a:p>
          <a:p>
            <a:pPr marL="342900" indent="-342900">
              <a:buFont typeface="Arial"/>
              <a:buChar char="•"/>
            </a:pPr>
            <a:r>
              <a:rPr lang="it-IT" sz="2000">
                <a:ea typeface="+mn-lt"/>
                <a:cs typeface="+mn-lt"/>
              </a:rPr>
              <a:t>FOMO MobileNetV2 0.35:</a:t>
            </a:r>
            <a:endParaRPr lang="it-IT">
              <a:ea typeface="+mn-lt"/>
              <a:cs typeface="+mn-lt"/>
            </a:endParaRPr>
          </a:p>
          <a:p>
            <a:pPr marL="800100" lvl="1" indent="-342900">
              <a:buFont typeface="Courier New"/>
              <a:buChar char="o"/>
            </a:pPr>
            <a:r>
              <a:rPr lang="it-IT" sz="2000">
                <a:ea typeface="+mn-lt"/>
                <a:cs typeface="+mn-lt"/>
              </a:rPr>
              <a:t>EON Compiler: </a:t>
            </a:r>
            <a:r>
              <a:rPr lang="it-IT" sz="2000" err="1">
                <a:ea typeface="+mn-lt"/>
                <a:cs typeface="+mn-lt"/>
              </a:rPr>
              <a:t>Latency</a:t>
            </a:r>
            <a:r>
              <a:rPr lang="it-IT" sz="2000">
                <a:ea typeface="+mn-lt"/>
                <a:cs typeface="+mn-lt"/>
              </a:rPr>
              <a:t>: 811 </a:t>
            </a:r>
            <a:r>
              <a:rPr lang="it-IT" sz="2000" err="1">
                <a:ea typeface="+mn-lt"/>
                <a:cs typeface="+mn-lt"/>
              </a:rPr>
              <a:t>ms</a:t>
            </a:r>
            <a:r>
              <a:rPr lang="it-IT" sz="2000">
                <a:ea typeface="+mn-lt"/>
                <a:cs typeface="+mn-lt"/>
              </a:rPr>
              <a:t> / RAM: 239.4 KB / Flash: 70.7 KB</a:t>
            </a:r>
            <a:endParaRPr lang="it-IT">
              <a:ea typeface="+mn-lt"/>
              <a:cs typeface="+mn-lt"/>
            </a:endParaRPr>
          </a:p>
          <a:p>
            <a:pPr marL="800100" lvl="1" indent="-342900">
              <a:buFont typeface="Courier New"/>
              <a:buChar char="o"/>
            </a:pPr>
            <a:r>
              <a:rPr lang="it-IT" sz="2000" err="1">
                <a:ea typeface="+mn-lt"/>
                <a:cs typeface="+mn-lt"/>
              </a:rPr>
              <a:t>TensorFlow</a:t>
            </a:r>
            <a:r>
              <a:rPr lang="it-IT" sz="2000">
                <a:ea typeface="+mn-lt"/>
                <a:cs typeface="+mn-lt"/>
              </a:rPr>
              <a:t> Lite: </a:t>
            </a:r>
            <a:r>
              <a:rPr lang="it-IT" sz="2000" err="1">
                <a:ea typeface="+mn-lt"/>
                <a:cs typeface="+mn-lt"/>
              </a:rPr>
              <a:t>Latency</a:t>
            </a:r>
            <a:r>
              <a:rPr lang="it-IT" sz="2000">
                <a:ea typeface="+mn-lt"/>
                <a:cs typeface="+mn-lt"/>
              </a:rPr>
              <a:t>: 811 </a:t>
            </a:r>
            <a:r>
              <a:rPr lang="it-IT" sz="2000" err="1">
                <a:ea typeface="+mn-lt"/>
                <a:cs typeface="+mn-lt"/>
              </a:rPr>
              <a:t>ms</a:t>
            </a:r>
            <a:r>
              <a:rPr lang="it-IT" sz="2000">
                <a:ea typeface="+mn-lt"/>
                <a:cs typeface="+mn-lt"/>
              </a:rPr>
              <a:t> / RAM: 283.1 KB / Flash: 110.3 KB</a:t>
            </a:r>
            <a:endParaRPr lang="it-IT">
              <a:ea typeface="+mn-lt"/>
              <a:cs typeface="+mn-lt"/>
            </a:endParaRPr>
          </a:p>
          <a:p>
            <a:pPr marL="342900" indent="-342900">
              <a:buFont typeface="Arial"/>
              <a:buChar char="•"/>
            </a:pPr>
            <a:r>
              <a:rPr lang="it-IT" sz="2000">
                <a:ea typeface="+mn-lt"/>
                <a:cs typeface="+mn-lt"/>
              </a:rPr>
              <a:t>FOMO MobileNetV2 0.1:</a:t>
            </a:r>
            <a:endParaRPr lang="it-IT">
              <a:ea typeface="+mn-lt"/>
              <a:cs typeface="+mn-lt"/>
            </a:endParaRPr>
          </a:p>
          <a:p>
            <a:pPr marL="800100" lvl="1" indent="-342900">
              <a:buFont typeface="Courier New"/>
              <a:buChar char="o"/>
            </a:pPr>
            <a:r>
              <a:rPr lang="it-IT" sz="2000">
                <a:ea typeface="+mn-lt"/>
                <a:cs typeface="+mn-lt"/>
              </a:rPr>
              <a:t>EON Compiler: </a:t>
            </a:r>
            <a:r>
              <a:rPr lang="it-IT" sz="2000" err="1">
                <a:ea typeface="+mn-lt"/>
                <a:cs typeface="+mn-lt"/>
              </a:rPr>
              <a:t>Latency</a:t>
            </a:r>
            <a:r>
              <a:rPr lang="it-IT" sz="2000">
                <a:ea typeface="+mn-lt"/>
                <a:cs typeface="+mn-lt"/>
              </a:rPr>
              <a:t>: 751 </a:t>
            </a:r>
            <a:r>
              <a:rPr lang="it-IT" sz="2000" err="1">
                <a:ea typeface="+mn-lt"/>
                <a:cs typeface="+mn-lt"/>
              </a:rPr>
              <a:t>ms</a:t>
            </a:r>
            <a:r>
              <a:rPr lang="it-IT" sz="2000">
                <a:ea typeface="+mn-lt"/>
                <a:cs typeface="+mn-lt"/>
              </a:rPr>
              <a:t> / RAM: 235.5 KB / Flash: 58.4 KB</a:t>
            </a:r>
            <a:endParaRPr lang="it-IT">
              <a:ea typeface="+mn-lt"/>
              <a:cs typeface="+mn-lt"/>
            </a:endParaRPr>
          </a:p>
          <a:p>
            <a:pPr marL="800100" lvl="1" indent="-342900">
              <a:buFont typeface="Courier New"/>
              <a:buChar char="o"/>
            </a:pPr>
            <a:r>
              <a:rPr lang="it-IT" sz="2000" err="1">
                <a:ea typeface="+mn-lt"/>
                <a:cs typeface="+mn-lt"/>
              </a:rPr>
              <a:t>TensorFlow</a:t>
            </a:r>
            <a:r>
              <a:rPr lang="it-IT" sz="2000">
                <a:ea typeface="+mn-lt"/>
                <a:cs typeface="+mn-lt"/>
              </a:rPr>
              <a:t> Lite: </a:t>
            </a:r>
            <a:r>
              <a:rPr lang="it-IT" sz="2000" err="1">
                <a:ea typeface="+mn-lt"/>
                <a:cs typeface="+mn-lt"/>
              </a:rPr>
              <a:t>Latency</a:t>
            </a:r>
            <a:r>
              <a:rPr lang="it-IT" sz="2000">
                <a:ea typeface="+mn-lt"/>
                <a:cs typeface="+mn-lt"/>
              </a:rPr>
              <a:t>: 751 </a:t>
            </a:r>
            <a:r>
              <a:rPr lang="it-IT" sz="2000" err="1">
                <a:ea typeface="+mn-lt"/>
                <a:cs typeface="+mn-lt"/>
              </a:rPr>
              <a:t>ms</a:t>
            </a:r>
            <a:r>
              <a:rPr lang="it-IT" sz="2000">
                <a:ea typeface="+mn-lt"/>
                <a:cs typeface="+mn-lt"/>
              </a:rPr>
              <a:t> / RAM: 280.7 KB / Flash: 94.3 KB</a:t>
            </a:r>
            <a:endParaRPr lang="it-IT">
              <a:ea typeface="+mn-lt"/>
              <a:cs typeface="+mn-lt"/>
            </a:endParaRPr>
          </a:p>
        </p:txBody>
      </p:sp>
      <p:pic>
        <p:nvPicPr>
          <p:cNvPr id="5" name="Immagine 4" descr="Immagine che contiene elettronica, Componente di circuito, Componente elettrico, Ingegneria elettronica&#10;&#10;Il contenuto generato dall&amp;#39;IA potrebbe non essere corretto.">
            <a:extLst>
              <a:ext uri="{FF2B5EF4-FFF2-40B4-BE49-F238E27FC236}">
                <a16:creationId xmlns:a16="http://schemas.microsoft.com/office/drawing/2014/main" id="{3BD76889-F50B-A184-618B-F93DA0F9A451}"/>
              </a:ext>
            </a:extLst>
          </p:cNvPr>
          <p:cNvPicPr>
            <a:picLocks noChangeAspect="1"/>
          </p:cNvPicPr>
          <p:nvPr/>
        </p:nvPicPr>
        <p:blipFill>
          <a:blip r:embed="rId2"/>
          <a:stretch>
            <a:fillRect/>
          </a:stretch>
        </p:blipFill>
        <p:spPr>
          <a:xfrm>
            <a:off x="7082118" y="1658471"/>
            <a:ext cx="3541059" cy="3541059"/>
          </a:xfrm>
          <a:prstGeom prst="rect">
            <a:avLst/>
          </a:prstGeom>
        </p:spPr>
      </p:pic>
    </p:spTree>
    <p:extLst>
      <p:ext uri="{BB962C8B-B14F-4D97-AF65-F5344CB8AC3E}">
        <p14:creationId xmlns:p14="http://schemas.microsoft.com/office/powerpoint/2010/main" val="1836019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CA2F-E834-2374-8D38-43884BBBC9F3}"/>
            </a:ext>
          </a:extLst>
        </p:cNvPr>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C215DD0A-E567-19CE-3093-379C5705232E}"/>
              </a:ext>
            </a:extLst>
          </p:cNvPr>
          <p:cNvSpPr>
            <a:spLocks noGrp="1"/>
          </p:cNvSpPr>
          <p:nvPr>
            <p:ph type="sldNum" sz="quarter" idx="12"/>
          </p:nvPr>
        </p:nvSpPr>
        <p:spPr/>
        <p:txBody>
          <a:bodyPr/>
          <a:lstStyle/>
          <a:p>
            <a:fld id="{DCE09022-C08B-4F34-B9F0-43AC160DA04C}" type="slidenum">
              <a:rPr lang="it-IT" smtClean="0"/>
              <a:pPr/>
              <a:t>17</a:t>
            </a:fld>
            <a:r>
              <a:rPr lang="it-IT"/>
              <a:t>/XX</a:t>
            </a:r>
          </a:p>
        </p:txBody>
      </p:sp>
      <p:sp>
        <p:nvSpPr>
          <p:cNvPr id="3" name="Titolo 2">
            <a:extLst>
              <a:ext uri="{FF2B5EF4-FFF2-40B4-BE49-F238E27FC236}">
                <a16:creationId xmlns:a16="http://schemas.microsoft.com/office/drawing/2014/main" id="{2D3410BA-11F7-BFBE-0558-47B0D823C6DD}"/>
              </a:ext>
            </a:extLst>
          </p:cNvPr>
          <p:cNvSpPr>
            <a:spLocks noGrp="1"/>
          </p:cNvSpPr>
          <p:nvPr>
            <p:ph type="title"/>
          </p:nvPr>
        </p:nvSpPr>
        <p:spPr/>
        <p:txBody>
          <a:bodyPr/>
          <a:lstStyle/>
          <a:p>
            <a:r>
              <a:rPr lang="it-IT" err="1">
                <a:ea typeface="Calibri Light"/>
                <a:cs typeface="Calibri Light"/>
              </a:rPr>
              <a:t>TrueSense</a:t>
            </a:r>
            <a:r>
              <a:rPr lang="it-IT">
                <a:ea typeface="Calibri Light"/>
                <a:cs typeface="Calibri Light"/>
              </a:rPr>
              <a:t> SR250 Radar</a:t>
            </a:r>
            <a:endParaRPr lang="it-IT"/>
          </a:p>
        </p:txBody>
      </p:sp>
      <p:sp>
        <p:nvSpPr>
          <p:cNvPr id="4" name="CasellaDiTesto 3">
            <a:extLst>
              <a:ext uri="{FF2B5EF4-FFF2-40B4-BE49-F238E27FC236}">
                <a16:creationId xmlns:a16="http://schemas.microsoft.com/office/drawing/2014/main" id="{16822544-7B86-69D8-4DD0-C5333BA41249}"/>
              </a:ext>
            </a:extLst>
          </p:cNvPr>
          <p:cNvSpPr txBox="1"/>
          <p:nvPr/>
        </p:nvSpPr>
        <p:spPr>
          <a:xfrm>
            <a:off x="624452" y="1374182"/>
            <a:ext cx="520095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b="1" err="1">
                <a:ea typeface="Calibri"/>
                <a:cs typeface="Calibri"/>
              </a:rPr>
              <a:t>Discussion</a:t>
            </a:r>
            <a:r>
              <a:rPr lang="it-IT" sz="2000" b="1">
                <a:ea typeface="Calibri"/>
                <a:cs typeface="Calibri"/>
              </a:rPr>
              <a:t> of </a:t>
            </a:r>
            <a:r>
              <a:rPr lang="it-IT" sz="2000" b="1" err="1">
                <a:ea typeface="Calibri"/>
                <a:cs typeface="Calibri"/>
              </a:rPr>
              <a:t>Results</a:t>
            </a:r>
            <a:r>
              <a:rPr lang="it-IT" sz="2000" b="1">
                <a:ea typeface="Calibri"/>
                <a:cs typeface="Calibri"/>
              </a:rPr>
              <a:t>:</a:t>
            </a:r>
          </a:p>
          <a:p>
            <a:pPr marL="342900" indent="-342900">
              <a:buFont typeface="Arial"/>
              <a:buChar char="•"/>
            </a:pPr>
            <a:r>
              <a:rPr lang="it-IT" sz="2000">
                <a:ea typeface="Calibri"/>
                <a:cs typeface="Calibri"/>
              </a:rPr>
              <a:t>No </a:t>
            </a:r>
            <a:r>
              <a:rPr lang="it-IT" sz="2000" err="1">
                <a:ea typeface="Calibri"/>
                <a:cs typeface="Calibri"/>
              </a:rPr>
              <a:t>substantial</a:t>
            </a:r>
            <a:r>
              <a:rPr lang="it-IT" sz="2000">
                <a:ea typeface="Calibri"/>
                <a:cs typeface="Calibri"/>
              </a:rPr>
              <a:t> </a:t>
            </a:r>
            <a:r>
              <a:rPr lang="it-IT" sz="2000" err="1">
                <a:ea typeface="Calibri"/>
                <a:cs typeface="Calibri"/>
              </a:rPr>
              <a:t>differences</a:t>
            </a:r>
            <a:r>
              <a:rPr lang="it-IT" sz="2000">
                <a:ea typeface="Calibri"/>
                <a:cs typeface="Calibri"/>
              </a:rPr>
              <a:t> </a:t>
            </a:r>
            <a:r>
              <a:rPr lang="it-IT" sz="2000" err="1">
                <a:ea typeface="Calibri"/>
                <a:cs typeface="Calibri"/>
              </a:rPr>
              <a:t>between</a:t>
            </a:r>
            <a:r>
              <a:rPr lang="it-IT" sz="2000">
                <a:ea typeface="Calibri"/>
                <a:cs typeface="Calibri"/>
              </a:rPr>
              <a:t> EWMA and SMA in the </a:t>
            </a:r>
            <a:r>
              <a:rPr lang="it-IT" sz="2000" err="1">
                <a:ea typeface="Calibri"/>
                <a:cs typeface="Calibri"/>
              </a:rPr>
              <a:t>object</a:t>
            </a:r>
            <a:r>
              <a:rPr lang="it-IT" sz="2000">
                <a:ea typeface="Calibri"/>
                <a:cs typeface="Calibri"/>
              </a:rPr>
              <a:t> </a:t>
            </a:r>
            <a:r>
              <a:rPr lang="it-IT" sz="2000" err="1">
                <a:ea typeface="Calibri"/>
                <a:cs typeface="Calibri"/>
              </a:rPr>
              <a:t>detection</a:t>
            </a:r>
            <a:r>
              <a:rPr lang="it-IT" sz="2000">
                <a:ea typeface="Calibri"/>
                <a:cs typeface="Calibri"/>
              </a:rPr>
              <a:t> </a:t>
            </a:r>
            <a:r>
              <a:rPr lang="it-IT" sz="2000" err="1">
                <a:ea typeface="Calibri"/>
                <a:cs typeface="Calibri"/>
              </a:rPr>
              <a:t>results</a:t>
            </a:r>
          </a:p>
          <a:p>
            <a:pPr marL="342900" indent="-342900">
              <a:buFont typeface="Arial"/>
              <a:buChar char="•"/>
            </a:pPr>
            <a:r>
              <a:rPr lang="it-IT" sz="2000" err="1">
                <a:ea typeface="Calibri"/>
                <a:cs typeface="Calibri"/>
              </a:rPr>
              <a:t>Sometimes</a:t>
            </a:r>
            <a:r>
              <a:rPr lang="it-IT" sz="2000">
                <a:ea typeface="Calibri"/>
                <a:cs typeface="Calibri"/>
              </a:rPr>
              <a:t>, blobs are </a:t>
            </a:r>
            <a:r>
              <a:rPr lang="it-IT" sz="2000" err="1">
                <a:ea typeface="Calibri"/>
                <a:cs typeface="Calibri"/>
              </a:rPr>
              <a:t>not</a:t>
            </a:r>
            <a:r>
              <a:rPr lang="it-IT" sz="2000">
                <a:ea typeface="Calibri"/>
                <a:cs typeface="Calibri"/>
              </a:rPr>
              <a:t> </a:t>
            </a:r>
            <a:r>
              <a:rPr lang="it-IT" sz="2000" err="1">
                <a:ea typeface="Calibri"/>
                <a:cs typeface="Calibri"/>
              </a:rPr>
              <a:t>clearly</a:t>
            </a:r>
            <a:r>
              <a:rPr lang="it-IT" sz="2000">
                <a:ea typeface="Calibri"/>
                <a:cs typeface="Calibri"/>
              </a:rPr>
              <a:t> </a:t>
            </a:r>
            <a:r>
              <a:rPr lang="it-IT" sz="2000" err="1">
                <a:ea typeface="Calibri"/>
                <a:cs typeface="Calibri"/>
              </a:rPr>
              <a:t>distinguishable</a:t>
            </a:r>
            <a:endParaRPr lang="it-IT" sz="2000">
              <a:ea typeface="Calibri"/>
              <a:cs typeface="Calibri"/>
            </a:endParaRPr>
          </a:p>
          <a:p>
            <a:pPr marL="800100" lvl="1" indent="-342900">
              <a:buFont typeface="Courier New"/>
              <a:buChar char="o"/>
            </a:pPr>
            <a:r>
              <a:rPr lang="it-IT" sz="2000" err="1">
                <a:ea typeface="Calibri"/>
                <a:cs typeface="Calibri"/>
              </a:rPr>
              <a:t>Possible</a:t>
            </a:r>
            <a:r>
              <a:rPr lang="it-IT" sz="2000">
                <a:ea typeface="Calibri"/>
                <a:cs typeface="Calibri"/>
              </a:rPr>
              <a:t> </a:t>
            </a:r>
            <a:r>
              <a:rPr lang="it-IT" sz="2000" err="1">
                <a:ea typeface="Calibri"/>
                <a:cs typeface="Calibri"/>
              </a:rPr>
              <a:t>physical</a:t>
            </a:r>
            <a:r>
              <a:rPr lang="it-IT" sz="2000">
                <a:ea typeface="Calibri"/>
                <a:cs typeface="Calibri"/>
              </a:rPr>
              <a:t> </a:t>
            </a:r>
            <a:r>
              <a:rPr lang="it-IT" sz="2000" err="1">
                <a:ea typeface="Calibri"/>
                <a:cs typeface="Calibri"/>
              </a:rPr>
              <a:t>limitations</a:t>
            </a:r>
            <a:r>
              <a:rPr lang="it-IT" sz="2000">
                <a:ea typeface="Calibri"/>
                <a:cs typeface="Calibri"/>
              </a:rPr>
              <a:t>?</a:t>
            </a:r>
          </a:p>
          <a:p>
            <a:pPr marL="800100" lvl="1" indent="-342900">
              <a:buFont typeface="Courier New"/>
              <a:buChar char="o"/>
            </a:pPr>
            <a:r>
              <a:rPr lang="it-IT" sz="2000" err="1">
                <a:ea typeface="Calibri"/>
                <a:cs typeface="Calibri"/>
              </a:rPr>
              <a:t>Further</a:t>
            </a:r>
            <a:r>
              <a:rPr lang="it-IT" sz="2000">
                <a:ea typeface="Calibri"/>
                <a:cs typeface="Calibri"/>
              </a:rPr>
              <a:t>/</a:t>
            </a:r>
            <a:r>
              <a:rPr lang="it-IT" sz="2000" err="1">
                <a:ea typeface="Calibri"/>
                <a:cs typeface="Calibri"/>
              </a:rPr>
              <a:t>better</a:t>
            </a:r>
            <a:r>
              <a:rPr lang="it-IT" sz="2000">
                <a:ea typeface="Calibri"/>
                <a:cs typeface="Calibri"/>
              </a:rPr>
              <a:t> </a:t>
            </a:r>
            <a:r>
              <a:rPr lang="it-IT" sz="2000" err="1">
                <a:ea typeface="Calibri"/>
                <a:cs typeface="Calibri"/>
              </a:rPr>
              <a:t>preprocessing</a:t>
            </a:r>
            <a:r>
              <a:rPr lang="it-IT" sz="2000">
                <a:ea typeface="Calibri"/>
                <a:cs typeface="Calibri"/>
              </a:rPr>
              <a:t> </a:t>
            </a:r>
            <a:r>
              <a:rPr lang="it-IT" sz="2000" err="1">
                <a:ea typeface="Calibri"/>
                <a:cs typeface="Calibri"/>
              </a:rPr>
              <a:t>required</a:t>
            </a:r>
            <a:r>
              <a:rPr lang="it-IT" sz="2000">
                <a:ea typeface="Calibri"/>
                <a:cs typeface="Calibri"/>
              </a:rPr>
              <a:t>?</a:t>
            </a:r>
          </a:p>
          <a:p>
            <a:pPr marL="342900" indent="-342900">
              <a:buFont typeface="Arial"/>
              <a:buChar char="•"/>
            </a:pPr>
            <a:r>
              <a:rPr lang="it-IT" sz="2000">
                <a:ea typeface="Calibri"/>
                <a:cs typeface="Calibri"/>
              </a:rPr>
              <a:t>Issues </a:t>
            </a:r>
            <a:r>
              <a:rPr lang="it-IT" sz="2000" err="1">
                <a:ea typeface="Calibri"/>
                <a:cs typeface="Calibri"/>
              </a:rPr>
              <a:t>when</a:t>
            </a:r>
            <a:r>
              <a:rPr lang="it-IT" sz="2000">
                <a:ea typeface="Calibri"/>
                <a:cs typeface="Calibri"/>
              </a:rPr>
              <a:t> </a:t>
            </a:r>
            <a:r>
              <a:rPr lang="it-IT" sz="2000" err="1">
                <a:ea typeface="Calibri"/>
                <a:cs typeface="Calibri"/>
              </a:rPr>
              <a:t>detecting</a:t>
            </a:r>
            <a:r>
              <a:rPr lang="it-IT" sz="2000">
                <a:ea typeface="Calibri"/>
                <a:cs typeface="Calibri"/>
              </a:rPr>
              <a:t> a </a:t>
            </a:r>
            <a:r>
              <a:rPr lang="it-IT" sz="2000" err="1">
                <a:ea typeface="Calibri"/>
                <a:cs typeface="Calibri"/>
              </a:rPr>
              <a:t>person</a:t>
            </a:r>
            <a:r>
              <a:rPr lang="it-IT" sz="2000">
                <a:ea typeface="Calibri"/>
                <a:cs typeface="Calibri"/>
              </a:rPr>
              <a:t> </a:t>
            </a:r>
            <a:r>
              <a:rPr lang="it-IT" sz="2000" err="1">
                <a:ea typeface="Calibri"/>
                <a:cs typeface="Calibri"/>
              </a:rPr>
              <a:t>beyond</a:t>
            </a:r>
            <a:r>
              <a:rPr lang="it-IT" sz="2000">
                <a:ea typeface="Calibri"/>
                <a:cs typeface="Calibri"/>
              </a:rPr>
              <a:t> </a:t>
            </a:r>
            <a:r>
              <a:rPr lang="it-IT" sz="2000" err="1">
                <a:ea typeface="Calibri"/>
                <a:cs typeface="Calibri"/>
              </a:rPr>
              <a:t>another</a:t>
            </a:r>
            <a:r>
              <a:rPr lang="it-IT" sz="2000">
                <a:ea typeface="Calibri"/>
                <a:cs typeface="Calibri"/>
              </a:rPr>
              <a:t> one</a:t>
            </a:r>
          </a:p>
          <a:p>
            <a:pPr marL="800100" lvl="1" indent="-342900">
              <a:buFont typeface="Courier New"/>
              <a:buChar char="o"/>
            </a:pPr>
            <a:r>
              <a:rPr lang="it-IT" sz="2000" err="1">
                <a:ea typeface="Calibri"/>
                <a:cs typeface="Calibri"/>
              </a:rPr>
              <a:t>Expected</a:t>
            </a:r>
            <a:r>
              <a:rPr lang="it-IT" sz="2000">
                <a:ea typeface="Calibri"/>
                <a:cs typeface="Calibri"/>
              </a:rPr>
              <a:t> </a:t>
            </a:r>
            <a:r>
              <a:rPr lang="it-IT" sz="2000" err="1">
                <a:ea typeface="Calibri"/>
                <a:cs typeface="Calibri"/>
              </a:rPr>
              <a:t>brighter</a:t>
            </a:r>
            <a:r>
              <a:rPr lang="it-IT" sz="2000">
                <a:ea typeface="Calibri"/>
                <a:cs typeface="Calibri"/>
              </a:rPr>
              <a:t> spots are </a:t>
            </a:r>
            <a:r>
              <a:rPr lang="it-IT" sz="2000" err="1">
                <a:ea typeface="Calibri"/>
                <a:cs typeface="Calibri"/>
              </a:rPr>
              <a:t>barely</a:t>
            </a:r>
            <a:r>
              <a:rPr lang="it-IT" sz="2000">
                <a:ea typeface="Calibri"/>
                <a:cs typeface="Calibri"/>
              </a:rPr>
              <a:t> </a:t>
            </a:r>
            <a:r>
              <a:rPr lang="it-IT" sz="2000" err="1">
                <a:ea typeface="Calibri"/>
                <a:cs typeface="Calibri"/>
              </a:rPr>
              <a:t>visible</a:t>
            </a:r>
            <a:r>
              <a:rPr lang="it-IT" sz="2000">
                <a:ea typeface="Calibri"/>
                <a:cs typeface="Calibri"/>
              </a:rPr>
              <a:t> in the </a:t>
            </a:r>
            <a:r>
              <a:rPr lang="it-IT" sz="2000" err="1">
                <a:ea typeface="Calibri"/>
                <a:cs typeface="Calibri"/>
              </a:rPr>
              <a:t>beamforming</a:t>
            </a:r>
            <a:r>
              <a:rPr lang="it-IT" sz="2000">
                <a:ea typeface="Calibri"/>
                <a:cs typeface="Calibri"/>
              </a:rPr>
              <a:t> plot, for </a:t>
            </a:r>
            <a:r>
              <a:rPr lang="it-IT" sz="2000" err="1">
                <a:ea typeface="Calibri"/>
                <a:cs typeface="Calibri"/>
              </a:rPr>
              <a:t>furthest</a:t>
            </a:r>
            <a:r>
              <a:rPr lang="it-IT" sz="2000">
                <a:ea typeface="Calibri"/>
                <a:cs typeface="Calibri"/>
              </a:rPr>
              <a:t> targets in the scene</a:t>
            </a:r>
          </a:p>
          <a:p>
            <a:pPr marL="800100" lvl="1" indent="-342900">
              <a:buFont typeface="Courier New"/>
              <a:buChar char="o"/>
            </a:pPr>
            <a:endParaRPr lang="it-IT" sz="2000">
              <a:ea typeface="Calibri"/>
              <a:cs typeface="Calibri"/>
            </a:endParaRPr>
          </a:p>
          <a:p>
            <a:pPr marL="342900" indent="-342900">
              <a:buFont typeface="Arial"/>
              <a:buChar char="•"/>
            </a:pPr>
            <a:endParaRPr lang="it-IT" sz="2000">
              <a:ea typeface="Calibri"/>
              <a:cs typeface="Calibri"/>
            </a:endParaRPr>
          </a:p>
        </p:txBody>
      </p:sp>
      <p:pic>
        <p:nvPicPr>
          <p:cNvPr id="5" name="Immagine 4" descr="Immagine che contiene schermata, testo, viola, Policromia&#10;&#10;Il contenuto generato dall&amp;#39;IA potrebbe non essere corretto.">
            <a:extLst>
              <a:ext uri="{FF2B5EF4-FFF2-40B4-BE49-F238E27FC236}">
                <a16:creationId xmlns:a16="http://schemas.microsoft.com/office/drawing/2014/main" id="{33A291C9-5E7A-D7E3-23A7-9E4438A4A051}"/>
              </a:ext>
            </a:extLst>
          </p:cNvPr>
          <p:cNvPicPr>
            <a:picLocks noChangeAspect="1"/>
          </p:cNvPicPr>
          <p:nvPr/>
        </p:nvPicPr>
        <p:blipFill>
          <a:blip r:embed="rId2"/>
          <a:stretch>
            <a:fillRect/>
          </a:stretch>
        </p:blipFill>
        <p:spPr>
          <a:xfrm>
            <a:off x="5821736" y="1796024"/>
            <a:ext cx="5680823" cy="3265955"/>
          </a:xfrm>
          <a:prstGeom prst="rect">
            <a:avLst/>
          </a:prstGeom>
        </p:spPr>
      </p:pic>
    </p:spTree>
    <p:extLst>
      <p:ext uri="{BB962C8B-B14F-4D97-AF65-F5344CB8AC3E}">
        <p14:creationId xmlns:p14="http://schemas.microsoft.com/office/powerpoint/2010/main" val="2483684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74DB95-FCC4-B809-7655-C79C06C2ABEE}"/>
              </a:ext>
            </a:extLst>
          </p:cNvPr>
          <p:cNvSpPr>
            <a:spLocks noGrp="1"/>
          </p:cNvSpPr>
          <p:nvPr>
            <p:ph type="sldNum" sz="quarter" idx="12"/>
          </p:nvPr>
        </p:nvSpPr>
        <p:spPr/>
        <p:txBody>
          <a:bodyPr/>
          <a:lstStyle/>
          <a:p>
            <a:fld id="{DCE09022-C08B-4F34-B9F0-43AC160DA04C}" type="slidenum">
              <a:rPr lang="it-IT" smtClean="0"/>
              <a:pPr/>
              <a:t>18</a:t>
            </a:fld>
            <a:r>
              <a:rPr lang="it-IT"/>
              <a:t>/XX</a:t>
            </a:r>
          </a:p>
        </p:txBody>
      </p:sp>
      <p:sp>
        <p:nvSpPr>
          <p:cNvPr id="3" name="Title 2">
            <a:extLst>
              <a:ext uri="{FF2B5EF4-FFF2-40B4-BE49-F238E27FC236}">
                <a16:creationId xmlns:a16="http://schemas.microsoft.com/office/drawing/2014/main" id="{0ED0CEE1-4F6B-A019-98A7-18B13611D85C}"/>
              </a:ext>
            </a:extLst>
          </p:cNvPr>
          <p:cNvSpPr>
            <a:spLocks noGrp="1"/>
          </p:cNvSpPr>
          <p:nvPr>
            <p:ph type="title"/>
          </p:nvPr>
        </p:nvSpPr>
        <p:spPr/>
        <p:txBody>
          <a:bodyPr/>
          <a:lstStyle/>
          <a:p>
            <a:r>
              <a:rPr lang="en-US">
                <a:ea typeface="Calibri Light"/>
                <a:cs typeface="Calibri Light"/>
              </a:rPr>
              <a:t>Infineon Radar</a:t>
            </a:r>
            <a:endParaRPr lang="en-US"/>
          </a:p>
        </p:txBody>
      </p:sp>
      <p:pic>
        <p:nvPicPr>
          <p:cNvPr id="4" name="Picture 3" descr="A diagram of a blue rectangle with green rectangles&#10;&#10;AI-generated content may be incorrect.">
            <a:extLst>
              <a:ext uri="{FF2B5EF4-FFF2-40B4-BE49-F238E27FC236}">
                <a16:creationId xmlns:a16="http://schemas.microsoft.com/office/drawing/2014/main" id="{3CB466D6-52E5-D2DB-4CFA-2507478B3260}"/>
              </a:ext>
            </a:extLst>
          </p:cNvPr>
          <p:cNvPicPr>
            <a:picLocks noChangeAspect="1"/>
          </p:cNvPicPr>
          <p:nvPr/>
        </p:nvPicPr>
        <p:blipFill>
          <a:blip r:embed="rId2"/>
          <a:srcRect l="1351" t="3448" r="3143" b="181"/>
          <a:stretch>
            <a:fillRect/>
          </a:stretch>
        </p:blipFill>
        <p:spPr>
          <a:xfrm>
            <a:off x="433166" y="1484245"/>
            <a:ext cx="4618287" cy="3531952"/>
          </a:xfrm>
          <a:prstGeom prst="rect">
            <a:avLst/>
          </a:prstGeom>
        </p:spPr>
      </p:pic>
      <p:pic>
        <p:nvPicPr>
          <p:cNvPr id="5" name="Picture 4" descr="A graph with blue and orange lines&#10;&#10;AI-generated content may be incorrect.">
            <a:extLst>
              <a:ext uri="{FF2B5EF4-FFF2-40B4-BE49-F238E27FC236}">
                <a16:creationId xmlns:a16="http://schemas.microsoft.com/office/drawing/2014/main" id="{CD72EC87-AEB8-C990-6FAB-BA3D7AB79251}"/>
              </a:ext>
            </a:extLst>
          </p:cNvPr>
          <p:cNvPicPr>
            <a:picLocks noChangeAspect="1"/>
          </p:cNvPicPr>
          <p:nvPr/>
        </p:nvPicPr>
        <p:blipFill>
          <a:blip r:embed="rId3"/>
          <a:stretch>
            <a:fillRect/>
          </a:stretch>
        </p:blipFill>
        <p:spPr>
          <a:xfrm>
            <a:off x="5853733" y="1408044"/>
            <a:ext cx="5845037" cy="3564835"/>
          </a:xfrm>
          <a:prstGeom prst="rect">
            <a:avLst/>
          </a:prstGeom>
        </p:spPr>
      </p:pic>
      <p:sp>
        <p:nvSpPr>
          <p:cNvPr id="6" name="TextBox 5">
            <a:extLst>
              <a:ext uri="{FF2B5EF4-FFF2-40B4-BE49-F238E27FC236}">
                <a16:creationId xmlns:a16="http://schemas.microsoft.com/office/drawing/2014/main" id="{0F2882E5-EAB5-3560-5F11-630473EA0A3C}"/>
              </a:ext>
            </a:extLst>
          </p:cNvPr>
          <p:cNvSpPr txBox="1"/>
          <p:nvPr/>
        </p:nvSpPr>
        <p:spPr>
          <a:xfrm>
            <a:off x="6698974" y="5015947"/>
            <a:ext cx="4465983" cy="369332"/>
          </a:xfrm>
          <a:prstGeom prst="rect">
            <a:avLst/>
          </a:prstGeom>
          <a:noFill/>
          <a:ln>
            <a:solidFill>
              <a:schemeClr val="bg2">
                <a:lumMod val="1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This is the raw signal that we need to process</a:t>
            </a:r>
          </a:p>
        </p:txBody>
      </p:sp>
    </p:spTree>
    <p:extLst>
      <p:ext uri="{BB962C8B-B14F-4D97-AF65-F5344CB8AC3E}">
        <p14:creationId xmlns:p14="http://schemas.microsoft.com/office/powerpoint/2010/main" val="4212716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5706E-5832-EBFA-68BE-523A3294070E}"/>
              </a:ext>
            </a:extLst>
          </p:cNvPr>
          <p:cNvSpPr>
            <a:spLocks noGrp="1"/>
          </p:cNvSpPr>
          <p:nvPr>
            <p:ph type="sldNum" sz="quarter" idx="12"/>
          </p:nvPr>
        </p:nvSpPr>
        <p:spPr/>
        <p:txBody>
          <a:bodyPr/>
          <a:lstStyle/>
          <a:p>
            <a:fld id="{DCE09022-C08B-4F34-B9F0-43AC160DA04C}" type="slidenum">
              <a:rPr lang="it-IT" smtClean="0"/>
              <a:pPr/>
              <a:t>19</a:t>
            </a:fld>
            <a:r>
              <a:rPr lang="it-IT"/>
              <a:t>/XX</a:t>
            </a:r>
          </a:p>
        </p:txBody>
      </p:sp>
      <p:sp>
        <p:nvSpPr>
          <p:cNvPr id="3" name="Title 2">
            <a:extLst>
              <a:ext uri="{FF2B5EF4-FFF2-40B4-BE49-F238E27FC236}">
                <a16:creationId xmlns:a16="http://schemas.microsoft.com/office/drawing/2014/main" id="{FAA6AA64-5BEF-5407-06C5-AEE8B4F15514}"/>
              </a:ext>
            </a:extLst>
          </p:cNvPr>
          <p:cNvSpPr>
            <a:spLocks noGrp="1"/>
          </p:cNvSpPr>
          <p:nvPr>
            <p:ph type="title"/>
          </p:nvPr>
        </p:nvSpPr>
        <p:spPr/>
        <p:txBody>
          <a:bodyPr/>
          <a:lstStyle/>
          <a:p>
            <a:r>
              <a:rPr lang="en-US">
                <a:latin typeface="Calibri Light"/>
                <a:ea typeface="+mj-lt"/>
                <a:cs typeface="+mj-lt"/>
              </a:rPr>
              <a:t>Infineon Radar Processing Pipeline</a:t>
            </a:r>
            <a:endParaRPr lang="en-US">
              <a:latin typeface="Calibri Light"/>
              <a:ea typeface="Calibri"/>
              <a:cs typeface="Times New Roman"/>
            </a:endParaRPr>
          </a:p>
        </p:txBody>
      </p:sp>
      <p:pic>
        <p:nvPicPr>
          <p:cNvPr id="5" name="Picture 4">
            <a:extLst>
              <a:ext uri="{FF2B5EF4-FFF2-40B4-BE49-F238E27FC236}">
                <a16:creationId xmlns:a16="http://schemas.microsoft.com/office/drawing/2014/main" id="{6E8E17B6-AB2D-DAA2-0FC4-14F1CFE28C65}"/>
              </a:ext>
            </a:extLst>
          </p:cNvPr>
          <p:cNvPicPr>
            <a:picLocks noChangeAspect="1"/>
          </p:cNvPicPr>
          <p:nvPr/>
        </p:nvPicPr>
        <p:blipFill>
          <a:blip r:embed="rId3"/>
          <a:stretch>
            <a:fillRect/>
          </a:stretch>
        </p:blipFill>
        <p:spPr>
          <a:xfrm>
            <a:off x="3833192" y="1272530"/>
            <a:ext cx="8355709" cy="4322667"/>
          </a:xfrm>
          <a:prstGeom prst="rect">
            <a:avLst/>
          </a:prstGeom>
        </p:spPr>
      </p:pic>
      <p:sp>
        <p:nvSpPr>
          <p:cNvPr id="6" name="TextBox 5">
            <a:extLst>
              <a:ext uri="{FF2B5EF4-FFF2-40B4-BE49-F238E27FC236}">
                <a16:creationId xmlns:a16="http://schemas.microsoft.com/office/drawing/2014/main" id="{DA5ABC98-666B-B506-0E97-185C79E7C641}"/>
              </a:ext>
            </a:extLst>
          </p:cNvPr>
          <p:cNvSpPr txBox="1"/>
          <p:nvPr/>
        </p:nvSpPr>
        <p:spPr>
          <a:xfrm>
            <a:off x="605179" y="3133610"/>
            <a:ext cx="298519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l">
              <a:buAutoNum type="arabicPeriod"/>
            </a:pPr>
            <a:r>
              <a:rPr lang="en-US" sz="3200">
                <a:ea typeface="Calibri" panose="020F0502020204030204"/>
                <a:cs typeface="Calibri" panose="020F0502020204030204"/>
              </a:rPr>
              <a:t>Decluttering</a:t>
            </a:r>
          </a:p>
        </p:txBody>
      </p:sp>
      <p:sp>
        <p:nvSpPr>
          <p:cNvPr id="4" name="TextBox 3">
            <a:extLst>
              <a:ext uri="{FF2B5EF4-FFF2-40B4-BE49-F238E27FC236}">
                <a16:creationId xmlns:a16="http://schemas.microsoft.com/office/drawing/2014/main" id="{6E6DFC8F-A573-B19D-A428-C9EE19B2F633}"/>
              </a:ext>
            </a:extLst>
          </p:cNvPr>
          <p:cNvSpPr txBox="1"/>
          <p:nvPr/>
        </p:nvSpPr>
        <p:spPr>
          <a:xfrm>
            <a:off x="1192178" y="3718605"/>
            <a:ext cx="263899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Background subtraction across frames (static clutter)</a:t>
            </a:r>
            <a:endParaRPr lang="en-US">
              <a:ea typeface="Calibri" panose="020F0502020204030204"/>
              <a:cs typeface="Calibri" panose="020F0502020204030204"/>
            </a:endParaRPr>
          </a:p>
        </p:txBody>
      </p:sp>
    </p:spTree>
    <p:extLst>
      <p:ext uri="{BB962C8B-B14F-4D97-AF65-F5344CB8AC3E}">
        <p14:creationId xmlns:p14="http://schemas.microsoft.com/office/powerpoint/2010/main" val="87642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D25C-30E4-B38E-1AD7-B298165E05D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118AC8-57DE-6239-305E-80E059AC40F3}"/>
              </a:ext>
            </a:extLst>
          </p:cNvPr>
          <p:cNvSpPr>
            <a:spLocks noGrp="1"/>
          </p:cNvSpPr>
          <p:nvPr>
            <p:ph type="sldNum" sz="quarter" idx="12"/>
          </p:nvPr>
        </p:nvSpPr>
        <p:spPr/>
        <p:txBody>
          <a:bodyPr/>
          <a:lstStyle/>
          <a:p>
            <a:fld id="{DCE09022-C08B-4F34-B9F0-43AC160DA04C}" type="slidenum">
              <a:rPr lang="it-IT" smtClean="0"/>
              <a:pPr/>
              <a:t>20</a:t>
            </a:fld>
            <a:r>
              <a:rPr lang="it-IT"/>
              <a:t>/XX</a:t>
            </a:r>
          </a:p>
        </p:txBody>
      </p:sp>
      <p:sp>
        <p:nvSpPr>
          <p:cNvPr id="3" name="Title 2">
            <a:extLst>
              <a:ext uri="{FF2B5EF4-FFF2-40B4-BE49-F238E27FC236}">
                <a16:creationId xmlns:a16="http://schemas.microsoft.com/office/drawing/2014/main" id="{70D74274-0BAD-6662-445B-D951E40C1AB5}"/>
              </a:ext>
            </a:extLst>
          </p:cNvPr>
          <p:cNvSpPr>
            <a:spLocks noGrp="1"/>
          </p:cNvSpPr>
          <p:nvPr>
            <p:ph type="title"/>
          </p:nvPr>
        </p:nvSpPr>
        <p:spPr/>
        <p:txBody>
          <a:bodyPr/>
          <a:lstStyle/>
          <a:p>
            <a:r>
              <a:rPr lang="en-US">
                <a:latin typeface="Calibri Light"/>
                <a:ea typeface="+mj-lt"/>
                <a:cs typeface="+mj-lt"/>
              </a:rPr>
              <a:t>Infineon Radar Processing Pipeline</a:t>
            </a:r>
            <a:endParaRPr lang="en-US">
              <a:latin typeface="Calibri Light"/>
              <a:ea typeface="Calibri"/>
              <a:cs typeface="Times New Roman"/>
            </a:endParaRPr>
          </a:p>
        </p:txBody>
      </p:sp>
      <p:sp>
        <p:nvSpPr>
          <p:cNvPr id="6" name="TextBox 5">
            <a:extLst>
              <a:ext uri="{FF2B5EF4-FFF2-40B4-BE49-F238E27FC236}">
                <a16:creationId xmlns:a16="http://schemas.microsoft.com/office/drawing/2014/main" id="{56348D93-2ADE-E811-0D2F-B8CB8303ACB8}"/>
              </a:ext>
            </a:extLst>
          </p:cNvPr>
          <p:cNvSpPr txBox="1"/>
          <p:nvPr/>
        </p:nvSpPr>
        <p:spPr>
          <a:xfrm>
            <a:off x="592673" y="2892116"/>
            <a:ext cx="298519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panose="020F0502020204030204"/>
                <a:cs typeface="Calibri" panose="020F0502020204030204"/>
              </a:rPr>
              <a:t>2. Normalization</a:t>
            </a:r>
            <a:endParaRPr lang="en-US"/>
          </a:p>
          <a:p>
            <a:r>
              <a:rPr lang="en-US" sz="3200">
                <a:ea typeface="Calibri" panose="020F0502020204030204"/>
                <a:cs typeface="Calibri" panose="020F0502020204030204"/>
              </a:rPr>
              <a:t>3. DC Removal</a:t>
            </a:r>
          </a:p>
          <a:p>
            <a:r>
              <a:rPr lang="en-US" sz="3200">
                <a:ea typeface="Calibri" panose="020F0502020204030204"/>
                <a:cs typeface="Calibri" panose="020F0502020204030204"/>
              </a:rPr>
              <a:t> </a:t>
            </a:r>
            <a:endParaRPr lang="en-US" sz="1200">
              <a:ea typeface="Calibri"/>
              <a:cs typeface="Calibri"/>
            </a:endParaRPr>
          </a:p>
        </p:txBody>
      </p:sp>
      <p:pic>
        <p:nvPicPr>
          <p:cNvPr id="7" name="Picture 6" descr="A graph of a normalization&#10;&#10;AI-generated content may be incorrect.">
            <a:extLst>
              <a:ext uri="{FF2B5EF4-FFF2-40B4-BE49-F238E27FC236}">
                <a16:creationId xmlns:a16="http://schemas.microsoft.com/office/drawing/2014/main" id="{3A157B47-0733-8965-7532-94D843111FAF}"/>
              </a:ext>
            </a:extLst>
          </p:cNvPr>
          <p:cNvPicPr>
            <a:picLocks noChangeAspect="1"/>
          </p:cNvPicPr>
          <p:nvPr/>
        </p:nvPicPr>
        <p:blipFill>
          <a:blip r:embed="rId2"/>
          <a:stretch>
            <a:fillRect/>
          </a:stretch>
        </p:blipFill>
        <p:spPr>
          <a:xfrm>
            <a:off x="3618416" y="1386473"/>
            <a:ext cx="8578014" cy="4085054"/>
          </a:xfrm>
          <a:prstGeom prst="rect">
            <a:avLst/>
          </a:prstGeom>
        </p:spPr>
      </p:pic>
      <p:sp>
        <p:nvSpPr>
          <p:cNvPr id="4" name="TextBox 3">
            <a:extLst>
              <a:ext uri="{FF2B5EF4-FFF2-40B4-BE49-F238E27FC236}">
                <a16:creationId xmlns:a16="http://schemas.microsoft.com/office/drawing/2014/main" id="{BB48F38A-C506-C034-B491-2348EBC8BE28}"/>
              </a:ext>
            </a:extLst>
          </p:cNvPr>
          <p:cNvSpPr txBox="1"/>
          <p:nvPr/>
        </p:nvSpPr>
        <p:spPr>
          <a:xfrm>
            <a:off x="1118242" y="3899671"/>
            <a:ext cx="24659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Bias correction inside each frame (per chirp/antenna)</a:t>
            </a:r>
            <a:endParaRPr lang="en-US">
              <a:ea typeface="Calibri" panose="020F0502020204030204"/>
              <a:cs typeface="Calibri" panose="020F0502020204030204"/>
            </a:endParaRPr>
          </a:p>
        </p:txBody>
      </p:sp>
    </p:spTree>
    <p:extLst>
      <p:ext uri="{BB962C8B-B14F-4D97-AF65-F5344CB8AC3E}">
        <p14:creationId xmlns:p14="http://schemas.microsoft.com/office/powerpoint/2010/main" val="3583561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D282D-B0FC-074C-A569-3FCD145C8B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BB0995-183F-87EE-4FE9-0137DB1DA431}"/>
              </a:ext>
            </a:extLst>
          </p:cNvPr>
          <p:cNvSpPr>
            <a:spLocks noGrp="1"/>
          </p:cNvSpPr>
          <p:nvPr>
            <p:ph type="sldNum" sz="quarter" idx="12"/>
          </p:nvPr>
        </p:nvSpPr>
        <p:spPr/>
        <p:txBody>
          <a:bodyPr/>
          <a:lstStyle/>
          <a:p>
            <a:fld id="{DCE09022-C08B-4F34-B9F0-43AC160DA04C}" type="slidenum">
              <a:rPr lang="it-IT" smtClean="0"/>
              <a:pPr/>
              <a:t>21</a:t>
            </a:fld>
            <a:r>
              <a:rPr lang="it-IT"/>
              <a:t>/XX</a:t>
            </a:r>
          </a:p>
        </p:txBody>
      </p:sp>
      <p:sp>
        <p:nvSpPr>
          <p:cNvPr id="3" name="Title 2">
            <a:extLst>
              <a:ext uri="{FF2B5EF4-FFF2-40B4-BE49-F238E27FC236}">
                <a16:creationId xmlns:a16="http://schemas.microsoft.com/office/drawing/2014/main" id="{EE7ACECD-E310-FBE5-5790-A65A95FAFB6E}"/>
              </a:ext>
            </a:extLst>
          </p:cNvPr>
          <p:cNvSpPr>
            <a:spLocks noGrp="1"/>
          </p:cNvSpPr>
          <p:nvPr>
            <p:ph type="title"/>
          </p:nvPr>
        </p:nvSpPr>
        <p:spPr/>
        <p:txBody>
          <a:bodyPr/>
          <a:lstStyle/>
          <a:p>
            <a:r>
              <a:rPr lang="en-US">
                <a:latin typeface="Calibri Light"/>
                <a:ea typeface="+mj-lt"/>
                <a:cs typeface="+mj-lt"/>
              </a:rPr>
              <a:t>Infineon Radar Processing Pipeline</a:t>
            </a:r>
            <a:endParaRPr lang="en-US">
              <a:latin typeface="Calibri Light"/>
              <a:ea typeface="Calibri"/>
              <a:cs typeface="Times New Roman"/>
            </a:endParaRPr>
          </a:p>
        </p:txBody>
      </p:sp>
      <p:sp>
        <p:nvSpPr>
          <p:cNvPr id="6" name="TextBox 5">
            <a:extLst>
              <a:ext uri="{FF2B5EF4-FFF2-40B4-BE49-F238E27FC236}">
                <a16:creationId xmlns:a16="http://schemas.microsoft.com/office/drawing/2014/main" id="{E220F65E-EFF4-651E-5193-D354466698B1}"/>
              </a:ext>
            </a:extLst>
          </p:cNvPr>
          <p:cNvSpPr txBox="1"/>
          <p:nvPr/>
        </p:nvSpPr>
        <p:spPr>
          <a:xfrm>
            <a:off x="605179" y="3121319"/>
            <a:ext cx="298519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panose="020F0502020204030204"/>
                <a:cs typeface="Calibri" panose="020F0502020204030204"/>
              </a:rPr>
              <a:t>4. Windowing</a:t>
            </a:r>
            <a:endParaRPr lang="en-US"/>
          </a:p>
        </p:txBody>
      </p:sp>
      <p:pic>
        <p:nvPicPr>
          <p:cNvPr id="4" name="Picture 3" descr="A graph of a normalization&#10;&#10;AI-generated content may be incorrect.">
            <a:extLst>
              <a:ext uri="{FF2B5EF4-FFF2-40B4-BE49-F238E27FC236}">
                <a16:creationId xmlns:a16="http://schemas.microsoft.com/office/drawing/2014/main" id="{69CB9C66-3293-452D-A81D-5F9653796C5F}"/>
              </a:ext>
            </a:extLst>
          </p:cNvPr>
          <p:cNvPicPr>
            <a:picLocks noChangeAspect="1"/>
          </p:cNvPicPr>
          <p:nvPr/>
        </p:nvPicPr>
        <p:blipFill>
          <a:blip r:embed="rId2"/>
          <a:stretch>
            <a:fillRect/>
          </a:stretch>
        </p:blipFill>
        <p:spPr>
          <a:xfrm>
            <a:off x="3588774" y="1340767"/>
            <a:ext cx="8603226" cy="4139599"/>
          </a:xfrm>
          <a:prstGeom prst="rect">
            <a:avLst/>
          </a:prstGeom>
        </p:spPr>
      </p:pic>
    </p:spTree>
    <p:extLst>
      <p:ext uri="{BB962C8B-B14F-4D97-AF65-F5344CB8AC3E}">
        <p14:creationId xmlns:p14="http://schemas.microsoft.com/office/powerpoint/2010/main" val="3290728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C7220-0363-BE45-84AB-026FAF7936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5690A6-B665-8168-2142-55BD13371E1B}"/>
              </a:ext>
            </a:extLst>
          </p:cNvPr>
          <p:cNvSpPr>
            <a:spLocks noGrp="1"/>
          </p:cNvSpPr>
          <p:nvPr>
            <p:ph type="sldNum" sz="quarter" idx="12"/>
          </p:nvPr>
        </p:nvSpPr>
        <p:spPr/>
        <p:txBody>
          <a:bodyPr/>
          <a:lstStyle/>
          <a:p>
            <a:fld id="{DCE09022-C08B-4F34-B9F0-43AC160DA04C}" type="slidenum">
              <a:rPr lang="it-IT" smtClean="0"/>
              <a:pPr/>
              <a:t>22</a:t>
            </a:fld>
            <a:r>
              <a:rPr lang="it-IT"/>
              <a:t>/XX</a:t>
            </a:r>
          </a:p>
        </p:txBody>
      </p:sp>
      <p:sp>
        <p:nvSpPr>
          <p:cNvPr id="3" name="Title 2">
            <a:extLst>
              <a:ext uri="{FF2B5EF4-FFF2-40B4-BE49-F238E27FC236}">
                <a16:creationId xmlns:a16="http://schemas.microsoft.com/office/drawing/2014/main" id="{E3132D52-3B8F-80B7-13C8-301EBE2A5FC1}"/>
              </a:ext>
            </a:extLst>
          </p:cNvPr>
          <p:cNvSpPr>
            <a:spLocks noGrp="1"/>
          </p:cNvSpPr>
          <p:nvPr>
            <p:ph type="title"/>
          </p:nvPr>
        </p:nvSpPr>
        <p:spPr/>
        <p:txBody>
          <a:bodyPr/>
          <a:lstStyle/>
          <a:p>
            <a:r>
              <a:rPr lang="en-US">
                <a:latin typeface="Calibri Light"/>
                <a:ea typeface="+mj-lt"/>
                <a:cs typeface="+mj-lt"/>
              </a:rPr>
              <a:t>Infineon Radar Processing Pipeline</a:t>
            </a:r>
            <a:endParaRPr lang="en-US">
              <a:latin typeface="Calibri Light"/>
              <a:ea typeface="Calibri"/>
              <a:cs typeface="Times New Roman"/>
            </a:endParaRPr>
          </a:p>
        </p:txBody>
      </p:sp>
      <p:sp>
        <p:nvSpPr>
          <p:cNvPr id="6" name="TextBox 5">
            <a:extLst>
              <a:ext uri="{FF2B5EF4-FFF2-40B4-BE49-F238E27FC236}">
                <a16:creationId xmlns:a16="http://schemas.microsoft.com/office/drawing/2014/main" id="{3919312A-1ACB-17C6-B615-DB041BD2851D}"/>
              </a:ext>
            </a:extLst>
          </p:cNvPr>
          <p:cNvSpPr txBox="1"/>
          <p:nvPr/>
        </p:nvSpPr>
        <p:spPr>
          <a:xfrm>
            <a:off x="900147" y="2838642"/>
            <a:ext cx="351527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5. Zero-Padding</a:t>
            </a:r>
          </a:p>
          <a:p>
            <a:r>
              <a:rPr lang="en-US" sz="3200">
                <a:ea typeface="Calibri"/>
                <a:cs typeface="Calibri"/>
              </a:rPr>
              <a:t>6.</a:t>
            </a:r>
            <a:r>
              <a:rPr lang="en-US" sz="3200">
                <a:ea typeface="+mn-lt"/>
                <a:cs typeface="+mn-lt"/>
              </a:rPr>
              <a:t> Range FFT</a:t>
            </a:r>
          </a:p>
          <a:p>
            <a:r>
              <a:rPr lang="en-US" sz="3200">
                <a:ea typeface="+mn-lt"/>
                <a:cs typeface="+mn-lt"/>
              </a:rPr>
              <a:t>7. Chirp Averaging</a:t>
            </a:r>
            <a:endParaRPr lang="en-US">
              <a:ea typeface="+mn-lt"/>
              <a:cs typeface="+mn-lt"/>
            </a:endParaRPr>
          </a:p>
        </p:txBody>
      </p:sp>
      <p:pic>
        <p:nvPicPr>
          <p:cNvPr id="4" name="Picture 3" descr="A graph with a line&#10;&#10;AI-generated content may be incorrect.">
            <a:extLst>
              <a:ext uri="{FF2B5EF4-FFF2-40B4-BE49-F238E27FC236}">
                <a16:creationId xmlns:a16="http://schemas.microsoft.com/office/drawing/2014/main" id="{AEDCE472-6661-3FA6-EFF3-93B1DAE5E749}"/>
              </a:ext>
            </a:extLst>
          </p:cNvPr>
          <p:cNvPicPr>
            <a:picLocks noChangeAspect="1"/>
          </p:cNvPicPr>
          <p:nvPr/>
        </p:nvPicPr>
        <p:blipFill>
          <a:blip r:embed="rId2"/>
          <a:stretch>
            <a:fillRect/>
          </a:stretch>
        </p:blipFill>
        <p:spPr>
          <a:xfrm>
            <a:off x="4289321" y="1607471"/>
            <a:ext cx="7902680" cy="3655349"/>
          </a:xfrm>
          <a:prstGeom prst="rect">
            <a:avLst/>
          </a:prstGeom>
        </p:spPr>
      </p:pic>
    </p:spTree>
    <p:extLst>
      <p:ext uri="{BB962C8B-B14F-4D97-AF65-F5344CB8AC3E}">
        <p14:creationId xmlns:p14="http://schemas.microsoft.com/office/powerpoint/2010/main" val="3505419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A60E76-3C00-F639-32EC-7A63A6D37E87}"/>
              </a:ext>
            </a:extLst>
          </p:cNvPr>
          <p:cNvSpPr>
            <a:spLocks noGrp="1"/>
          </p:cNvSpPr>
          <p:nvPr>
            <p:ph type="sldNum" sz="quarter" idx="12"/>
          </p:nvPr>
        </p:nvSpPr>
        <p:spPr/>
        <p:txBody>
          <a:bodyPr/>
          <a:lstStyle/>
          <a:p>
            <a:fld id="{DCE09022-C08B-4F34-B9F0-43AC160DA04C}" type="slidenum">
              <a:rPr lang="it-IT" smtClean="0"/>
              <a:pPr/>
              <a:t>23</a:t>
            </a:fld>
            <a:r>
              <a:rPr lang="it-IT"/>
              <a:t>/XX</a:t>
            </a:r>
          </a:p>
        </p:txBody>
      </p:sp>
      <p:sp>
        <p:nvSpPr>
          <p:cNvPr id="3" name="Title 2">
            <a:extLst>
              <a:ext uri="{FF2B5EF4-FFF2-40B4-BE49-F238E27FC236}">
                <a16:creationId xmlns:a16="http://schemas.microsoft.com/office/drawing/2014/main" id="{8AA7A8AC-A931-57FE-79ED-E7D552FA6CAD}"/>
              </a:ext>
            </a:extLst>
          </p:cNvPr>
          <p:cNvSpPr>
            <a:spLocks noGrp="1"/>
          </p:cNvSpPr>
          <p:nvPr>
            <p:ph type="title"/>
          </p:nvPr>
        </p:nvSpPr>
        <p:spPr/>
        <p:txBody>
          <a:bodyPr/>
          <a:lstStyle/>
          <a:p>
            <a:r>
              <a:rPr lang="en-US">
                <a:ea typeface="Calibri Light"/>
                <a:cs typeface="Calibri Light"/>
              </a:rPr>
              <a:t>Beamforming</a:t>
            </a:r>
            <a:endParaRPr lang="en-US"/>
          </a:p>
        </p:txBody>
      </p:sp>
      <p:pic>
        <p:nvPicPr>
          <p:cNvPr id="4" name="Picture 3" descr="A graph of heatmap&#10;&#10;AI-generated content may be incorrect.">
            <a:extLst>
              <a:ext uri="{FF2B5EF4-FFF2-40B4-BE49-F238E27FC236}">
                <a16:creationId xmlns:a16="http://schemas.microsoft.com/office/drawing/2014/main" id="{19882BC9-4ADF-F288-3C7F-1C6A79C4DA22}"/>
              </a:ext>
            </a:extLst>
          </p:cNvPr>
          <p:cNvPicPr>
            <a:picLocks noChangeAspect="1"/>
          </p:cNvPicPr>
          <p:nvPr/>
        </p:nvPicPr>
        <p:blipFill>
          <a:blip r:embed="rId2"/>
          <a:srcRect r="341" b="1108"/>
          <a:stretch>
            <a:fillRect/>
          </a:stretch>
        </p:blipFill>
        <p:spPr>
          <a:xfrm>
            <a:off x="7271177" y="1227955"/>
            <a:ext cx="4711913" cy="4387666"/>
          </a:xfrm>
          <a:prstGeom prst="rect">
            <a:avLst/>
          </a:prstGeom>
        </p:spPr>
      </p:pic>
      <p:pic>
        <p:nvPicPr>
          <p:cNvPr id="6" name="Picture 5" descr="A graph of heatmap&#10;&#10;AI-generated content may be incorrect.">
            <a:extLst>
              <a:ext uri="{FF2B5EF4-FFF2-40B4-BE49-F238E27FC236}">
                <a16:creationId xmlns:a16="http://schemas.microsoft.com/office/drawing/2014/main" id="{AC2B84BE-1227-BD0D-1BD3-0FAC7352922D}"/>
              </a:ext>
            </a:extLst>
          </p:cNvPr>
          <p:cNvPicPr>
            <a:picLocks noChangeAspect="1"/>
          </p:cNvPicPr>
          <p:nvPr/>
        </p:nvPicPr>
        <p:blipFill>
          <a:blip r:embed="rId3"/>
          <a:srcRect r="521" b="-263"/>
          <a:stretch>
            <a:fillRect/>
          </a:stretch>
        </p:blipFill>
        <p:spPr>
          <a:xfrm>
            <a:off x="464668" y="1102795"/>
            <a:ext cx="4691716" cy="4674699"/>
          </a:xfrm>
          <a:prstGeom prst="rect">
            <a:avLst/>
          </a:prstGeom>
        </p:spPr>
      </p:pic>
    </p:spTree>
    <p:extLst>
      <p:ext uri="{BB962C8B-B14F-4D97-AF65-F5344CB8AC3E}">
        <p14:creationId xmlns:p14="http://schemas.microsoft.com/office/powerpoint/2010/main" val="3245308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0C2916-1AE6-E4E8-AE5E-B4D9ADBC2012}"/>
              </a:ext>
            </a:extLst>
          </p:cNvPr>
          <p:cNvSpPr>
            <a:spLocks noGrp="1"/>
          </p:cNvSpPr>
          <p:nvPr>
            <p:ph type="sldNum" sz="quarter" idx="12"/>
          </p:nvPr>
        </p:nvSpPr>
        <p:spPr/>
        <p:txBody>
          <a:bodyPr/>
          <a:lstStyle/>
          <a:p>
            <a:fld id="{DCE09022-C08B-4F34-B9F0-43AC160DA04C}" type="slidenum">
              <a:rPr lang="it-IT" smtClean="0"/>
              <a:pPr/>
              <a:t>24</a:t>
            </a:fld>
            <a:r>
              <a:rPr lang="it-IT"/>
              <a:t>/XX</a:t>
            </a:r>
          </a:p>
        </p:txBody>
      </p:sp>
      <p:sp>
        <p:nvSpPr>
          <p:cNvPr id="3" name="Title 2">
            <a:extLst>
              <a:ext uri="{FF2B5EF4-FFF2-40B4-BE49-F238E27FC236}">
                <a16:creationId xmlns:a16="http://schemas.microsoft.com/office/drawing/2014/main" id="{09179097-C31E-82B2-3639-4CFE75457DD9}"/>
              </a:ext>
            </a:extLst>
          </p:cNvPr>
          <p:cNvSpPr>
            <a:spLocks noGrp="1"/>
          </p:cNvSpPr>
          <p:nvPr>
            <p:ph type="title"/>
          </p:nvPr>
        </p:nvSpPr>
        <p:spPr/>
        <p:txBody>
          <a:bodyPr/>
          <a:lstStyle/>
          <a:p>
            <a:r>
              <a:rPr lang="en-US">
                <a:ea typeface="Calibri Light"/>
                <a:cs typeface="Calibri Light"/>
              </a:rPr>
              <a:t>Input Dataset Creation</a:t>
            </a:r>
            <a:endParaRPr lang="en-US"/>
          </a:p>
        </p:txBody>
      </p:sp>
      <p:pic>
        <p:nvPicPr>
          <p:cNvPr id="4" name="Picture 3" descr="A screenshot of a computer&#10;&#10;AI-generated content may be incorrect.">
            <a:extLst>
              <a:ext uri="{FF2B5EF4-FFF2-40B4-BE49-F238E27FC236}">
                <a16:creationId xmlns:a16="http://schemas.microsoft.com/office/drawing/2014/main" id="{553D2BDD-12C3-0CAF-F4BB-3A9C3CD0552E}"/>
              </a:ext>
            </a:extLst>
          </p:cNvPr>
          <p:cNvPicPr>
            <a:picLocks noChangeAspect="1"/>
          </p:cNvPicPr>
          <p:nvPr/>
        </p:nvPicPr>
        <p:blipFill>
          <a:blip r:embed="rId2"/>
          <a:stretch>
            <a:fillRect/>
          </a:stretch>
        </p:blipFill>
        <p:spPr>
          <a:xfrm>
            <a:off x="876299" y="1688096"/>
            <a:ext cx="4396874" cy="4043282"/>
          </a:xfrm>
          <a:prstGeom prst="rect">
            <a:avLst/>
          </a:prstGeom>
        </p:spPr>
      </p:pic>
      <p:pic>
        <p:nvPicPr>
          <p:cNvPr id="5" name="Picture 4" descr="A screenshot of a video game&#10;&#10;AI-generated content may be incorrect.">
            <a:extLst>
              <a:ext uri="{FF2B5EF4-FFF2-40B4-BE49-F238E27FC236}">
                <a16:creationId xmlns:a16="http://schemas.microsoft.com/office/drawing/2014/main" id="{F02469B4-A2D6-DC59-3440-8471DA3D008A}"/>
              </a:ext>
            </a:extLst>
          </p:cNvPr>
          <p:cNvPicPr>
            <a:picLocks noChangeAspect="1"/>
          </p:cNvPicPr>
          <p:nvPr/>
        </p:nvPicPr>
        <p:blipFill>
          <a:blip r:embed="rId3"/>
          <a:stretch>
            <a:fillRect/>
          </a:stretch>
        </p:blipFill>
        <p:spPr>
          <a:xfrm>
            <a:off x="6620209" y="1712827"/>
            <a:ext cx="4365793" cy="4047291"/>
          </a:xfrm>
          <a:prstGeom prst="rect">
            <a:avLst/>
          </a:prstGeom>
        </p:spPr>
      </p:pic>
    </p:spTree>
    <p:extLst>
      <p:ext uri="{BB962C8B-B14F-4D97-AF65-F5344CB8AC3E}">
        <p14:creationId xmlns:p14="http://schemas.microsoft.com/office/powerpoint/2010/main" val="448734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90D96A-016A-E690-4427-E610C46A7943}"/>
              </a:ext>
            </a:extLst>
          </p:cNvPr>
          <p:cNvSpPr>
            <a:spLocks noGrp="1"/>
          </p:cNvSpPr>
          <p:nvPr>
            <p:ph type="sldNum" sz="quarter" idx="12"/>
          </p:nvPr>
        </p:nvSpPr>
        <p:spPr/>
        <p:txBody>
          <a:bodyPr/>
          <a:lstStyle/>
          <a:p>
            <a:fld id="{DCE09022-C08B-4F34-B9F0-43AC160DA04C}" type="slidenum">
              <a:rPr lang="it-IT" smtClean="0"/>
              <a:pPr/>
              <a:t>25</a:t>
            </a:fld>
            <a:r>
              <a:rPr lang="it-IT"/>
              <a:t>/XX</a:t>
            </a:r>
          </a:p>
        </p:txBody>
      </p:sp>
      <p:sp>
        <p:nvSpPr>
          <p:cNvPr id="3" name="Title 2">
            <a:extLst>
              <a:ext uri="{FF2B5EF4-FFF2-40B4-BE49-F238E27FC236}">
                <a16:creationId xmlns:a16="http://schemas.microsoft.com/office/drawing/2014/main" id="{B1ABAF9B-67AE-FDDC-3EE0-3A4A6C4373D6}"/>
              </a:ext>
            </a:extLst>
          </p:cNvPr>
          <p:cNvSpPr>
            <a:spLocks noGrp="1"/>
          </p:cNvSpPr>
          <p:nvPr>
            <p:ph type="title"/>
          </p:nvPr>
        </p:nvSpPr>
        <p:spPr/>
        <p:txBody>
          <a:bodyPr/>
          <a:lstStyle/>
          <a:p>
            <a:r>
              <a:rPr lang="en-US">
                <a:ea typeface="Calibri Light"/>
                <a:cs typeface="Calibri Light"/>
              </a:rPr>
              <a:t>Training With 9 Labels</a:t>
            </a:r>
          </a:p>
        </p:txBody>
      </p:sp>
      <p:pic>
        <p:nvPicPr>
          <p:cNvPr id="8" name="Picture 7" descr="A graph with numbers and percentages&#10;&#10;AI-generated content may be incorrect.">
            <a:extLst>
              <a:ext uri="{FF2B5EF4-FFF2-40B4-BE49-F238E27FC236}">
                <a16:creationId xmlns:a16="http://schemas.microsoft.com/office/drawing/2014/main" id="{341F2153-560C-9304-D87F-8E6B5A12F4C3}"/>
              </a:ext>
            </a:extLst>
          </p:cNvPr>
          <p:cNvPicPr>
            <a:picLocks noChangeAspect="1"/>
          </p:cNvPicPr>
          <p:nvPr/>
        </p:nvPicPr>
        <p:blipFill>
          <a:blip r:embed="rId2"/>
          <a:stretch>
            <a:fillRect/>
          </a:stretch>
        </p:blipFill>
        <p:spPr>
          <a:xfrm>
            <a:off x="104776" y="1829385"/>
            <a:ext cx="7677819" cy="3212600"/>
          </a:xfrm>
          <a:prstGeom prst="rect">
            <a:avLst/>
          </a:prstGeom>
        </p:spPr>
      </p:pic>
      <p:graphicFrame>
        <p:nvGraphicFramePr>
          <p:cNvPr id="9" name="Table 8">
            <a:extLst>
              <a:ext uri="{FF2B5EF4-FFF2-40B4-BE49-F238E27FC236}">
                <a16:creationId xmlns:a16="http://schemas.microsoft.com/office/drawing/2014/main" id="{5CA2BBE5-9359-5D97-29A1-00E24655717B}"/>
              </a:ext>
            </a:extLst>
          </p:cNvPr>
          <p:cNvGraphicFramePr>
            <a:graphicFrameLocks noGrp="1"/>
          </p:cNvGraphicFramePr>
          <p:nvPr/>
        </p:nvGraphicFramePr>
        <p:xfrm>
          <a:off x="7853680" y="3101954"/>
          <a:ext cx="4114800" cy="79248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972682562"/>
                    </a:ext>
                  </a:extLst>
                </a:gridCol>
                <a:gridCol w="1371600">
                  <a:extLst>
                    <a:ext uri="{9D8B030D-6E8A-4147-A177-3AD203B41FA5}">
                      <a16:colId xmlns:a16="http://schemas.microsoft.com/office/drawing/2014/main" val="1065518378"/>
                    </a:ext>
                  </a:extLst>
                </a:gridCol>
                <a:gridCol w="1371600">
                  <a:extLst>
                    <a:ext uri="{9D8B030D-6E8A-4147-A177-3AD203B41FA5}">
                      <a16:colId xmlns:a16="http://schemas.microsoft.com/office/drawing/2014/main" val="1443667819"/>
                    </a:ext>
                  </a:extLst>
                </a:gridCol>
              </a:tblGrid>
              <a:tr h="370840">
                <a:tc>
                  <a:txBody>
                    <a:bodyPr/>
                    <a:lstStyle/>
                    <a:p>
                      <a:pPr lvl="0" algn="ctr">
                        <a:buNone/>
                      </a:pPr>
                      <a:r>
                        <a:rPr lang="en-US" sz="2000">
                          <a:solidFill>
                            <a:srgbClr val="000000"/>
                          </a:solidFill>
                        </a:rPr>
                        <a:t>Precision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Recall</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F1 Score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36300377"/>
                  </a:ext>
                </a:extLst>
              </a:tr>
              <a:tr h="370840">
                <a:tc>
                  <a:txBody>
                    <a:bodyPr/>
                    <a:lstStyle/>
                    <a:p>
                      <a:pPr algn="ctr"/>
                      <a:r>
                        <a:rPr lang="en-US" sz="2000">
                          <a:solidFill>
                            <a:srgbClr val="000000"/>
                          </a:solidFill>
                        </a:rPr>
                        <a:t>48%</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82%</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61%</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97183730"/>
                  </a:ext>
                </a:extLst>
              </a:tr>
            </a:tbl>
          </a:graphicData>
        </a:graphic>
      </p:graphicFrame>
    </p:spTree>
    <p:extLst>
      <p:ext uri="{BB962C8B-B14F-4D97-AF65-F5344CB8AC3E}">
        <p14:creationId xmlns:p14="http://schemas.microsoft.com/office/powerpoint/2010/main" val="2142408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C3480-5830-000E-BFAB-3EA40A88B4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8438B-3006-C760-7FD8-29CBEA8798B0}"/>
              </a:ext>
            </a:extLst>
          </p:cNvPr>
          <p:cNvSpPr>
            <a:spLocks noGrp="1"/>
          </p:cNvSpPr>
          <p:nvPr>
            <p:ph type="sldNum" sz="quarter" idx="12"/>
          </p:nvPr>
        </p:nvSpPr>
        <p:spPr/>
        <p:txBody>
          <a:bodyPr/>
          <a:lstStyle/>
          <a:p>
            <a:fld id="{DCE09022-C08B-4F34-B9F0-43AC160DA04C}" type="slidenum">
              <a:rPr lang="it-IT" smtClean="0"/>
              <a:pPr/>
              <a:t>26</a:t>
            </a:fld>
            <a:r>
              <a:rPr lang="it-IT"/>
              <a:t>/XX</a:t>
            </a:r>
          </a:p>
        </p:txBody>
      </p:sp>
      <p:sp>
        <p:nvSpPr>
          <p:cNvPr id="3" name="Title 2">
            <a:extLst>
              <a:ext uri="{FF2B5EF4-FFF2-40B4-BE49-F238E27FC236}">
                <a16:creationId xmlns:a16="http://schemas.microsoft.com/office/drawing/2014/main" id="{6A7B9A81-53E2-B1D0-1832-DB0C70067170}"/>
              </a:ext>
            </a:extLst>
          </p:cNvPr>
          <p:cNvSpPr>
            <a:spLocks noGrp="1"/>
          </p:cNvSpPr>
          <p:nvPr>
            <p:ph type="title"/>
          </p:nvPr>
        </p:nvSpPr>
        <p:spPr/>
        <p:txBody>
          <a:bodyPr/>
          <a:lstStyle/>
          <a:p>
            <a:r>
              <a:rPr lang="en-US">
                <a:ea typeface="Calibri Light"/>
                <a:cs typeface="Calibri Light"/>
              </a:rPr>
              <a:t>Training With 9 Labels</a:t>
            </a:r>
          </a:p>
        </p:txBody>
      </p:sp>
      <p:graphicFrame>
        <p:nvGraphicFramePr>
          <p:cNvPr id="9" name="Table 8">
            <a:extLst>
              <a:ext uri="{FF2B5EF4-FFF2-40B4-BE49-F238E27FC236}">
                <a16:creationId xmlns:a16="http://schemas.microsoft.com/office/drawing/2014/main" id="{39C2835D-D323-4F89-B6E5-2561EB70A9E7}"/>
              </a:ext>
            </a:extLst>
          </p:cNvPr>
          <p:cNvGraphicFramePr>
            <a:graphicFrameLocks noGrp="1"/>
          </p:cNvGraphicFramePr>
          <p:nvPr/>
        </p:nvGraphicFramePr>
        <p:xfrm>
          <a:off x="7853680" y="3101954"/>
          <a:ext cx="4114800" cy="79248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1972682562"/>
                    </a:ext>
                  </a:extLst>
                </a:gridCol>
                <a:gridCol w="1371600">
                  <a:extLst>
                    <a:ext uri="{9D8B030D-6E8A-4147-A177-3AD203B41FA5}">
                      <a16:colId xmlns:a16="http://schemas.microsoft.com/office/drawing/2014/main" val="1065518378"/>
                    </a:ext>
                  </a:extLst>
                </a:gridCol>
                <a:gridCol w="1371600">
                  <a:extLst>
                    <a:ext uri="{9D8B030D-6E8A-4147-A177-3AD203B41FA5}">
                      <a16:colId xmlns:a16="http://schemas.microsoft.com/office/drawing/2014/main" val="1443667819"/>
                    </a:ext>
                  </a:extLst>
                </a:gridCol>
              </a:tblGrid>
              <a:tr h="370840">
                <a:tc>
                  <a:txBody>
                    <a:bodyPr/>
                    <a:lstStyle/>
                    <a:p>
                      <a:pPr lvl="0" algn="ctr">
                        <a:buNone/>
                      </a:pPr>
                      <a:r>
                        <a:rPr lang="en-US" sz="2000">
                          <a:solidFill>
                            <a:srgbClr val="000000"/>
                          </a:solidFill>
                        </a:rPr>
                        <a:t>Precision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Recall</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F1 Score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36300377"/>
                  </a:ext>
                </a:extLst>
              </a:tr>
              <a:tr h="370840">
                <a:tc>
                  <a:txBody>
                    <a:bodyPr/>
                    <a:lstStyle/>
                    <a:p>
                      <a:pPr algn="ctr"/>
                      <a:r>
                        <a:rPr lang="en-US" sz="2000">
                          <a:solidFill>
                            <a:srgbClr val="000000"/>
                          </a:solidFill>
                        </a:rPr>
                        <a:t>57%</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42%</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48%</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97183730"/>
                  </a:ext>
                </a:extLst>
              </a:tr>
            </a:tbl>
          </a:graphicData>
        </a:graphic>
      </p:graphicFrame>
      <p:pic>
        <p:nvPicPr>
          <p:cNvPr id="4" name="Picture 3" descr="A graph with numbers and a green rectangle&#10;&#10;AI-generated content may be incorrect.">
            <a:extLst>
              <a:ext uri="{FF2B5EF4-FFF2-40B4-BE49-F238E27FC236}">
                <a16:creationId xmlns:a16="http://schemas.microsoft.com/office/drawing/2014/main" id="{0457D333-86F2-B066-43DD-A6ACEBC356F9}"/>
              </a:ext>
            </a:extLst>
          </p:cNvPr>
          <p:cNvPicPr>
            <a:picLocks noChangeAspect="1"/>
          </p:cNvPicPr>
          <p:nvPr/>
        </p:nvPicPr>
        <p:blipFill>
          <a:blip r:embed="rId2"/>
          <a:stretch>
            <a:fillRect/>
          </a:stretch>
        </p:blipFill>
        <p:spPr>
          <a:xfrm>
            <a:off x="106864" y="1817771"/>
            <a:ext cx="7660272" cy="3235826"/>
          </a:xfrm>
          <a:prstGeom prst="rect">
            <a:avLst/>
          </a:prstGeom>
        </p:spPr>
      </p:pic>
    </p:spTree>
    <p:extLst>
      <p:ext uri="{BB962C8B-B14F-4D97-AF65-F5344CB8AC3E}">
        <p14:creationId xmlns:p14="http://schemas.microsoft.com/office/powerpoint/2010/main" val="1848012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6DDAB8-6A7E-6BD4-F5A8-4E82813CC949}"/>
              </a:ext>
            </a:extLst>
          </p:cNvPr>
          <p:cNvSpPr>
            <a:spLocks noGrp="1"/>
          </p:cNvSpPr>
          <p:nvPr>
            <p:ph type="sldNum" sz="quarter" idx="12"/>
          </p:nvPr>
        </p:nvSpPr>
        <p:spPr/>
        <p:txBody>
          <a:bodyPr/>
          <a:lstStyle/>
          <a:p>
            <a:fld id="{DCE09022-C08B-4F34-B9F0-43AC160DA04C}" type="slidenum">
              <a:rPr lang="it-IT" smtClean="0"/>
              <a:pPr/>
              <a:t>27</a:t>
            </a:fld>
            <a:r>
              <a:rPr lang="it-IT"/>
              <a:t>/XX</a:t>
            </a:r>
          </a:p>
        </p:txBody>
      </p:sp>
      <p:sp>
        <p:nvSpPr>
          <p:cNvPr id="3" name="Title 2">
            <a:extLst>
              <a:ext uri="{FF2B5EF4-FFF2-40B4-BE49-F238E27FC236}">
                <a16:creationId xmlns:a16="http://schemas.microsoft.com/office/drawing/2014/main" id="{4B3F5908-ED63-6AC0-8ACF-EFA8627E3154}"/>
              </a:ext>
            </a:extLst>
          </p:cNvPr>
          <p:cNvSpPr>
            <a:spLocks noGrp="1"/>
          </p:cNvSpPr>
          <p:nvPr>
            <p:ph type="title"/>
          </p:nvPr>
        </p:nvSpPr>
        <p:spPr/>
        <p:txBody>
          <a:bodyPr/>
          <a:lstStyle/>
          <a:p>
            <a:r>
              <a:rPr lang="en-US">
                <a:ea typeface="Calibri Light"/>
                <a:cs typeface="Calibri Light"/>
              </a:rPr>
              <a:t>Results</a:t>
            </a:r>
            <a:endParaRPr lang="en-US"/>
          </a:p>
        </p:txBody>
      </p:sp>
      <p:pic>
        <p:nvPicPr>
          <p:cNvPr id="5" name="Picture 4" descr="Screens screenshot of a screenshot of a video game&#10;&#10;AI-generated content may be incorrect.">
            <a:extLst>
              <a:ext uri="{FF2B5EF4-FFF2-40B4-BE49-F238E27FC236}">
                <a16:creationId xmlns:a16="http://schemas.microsoft.com/office/drawing/2014/main" id="{D479BDA5-BB92-1572-4ECF-ECE27AB87B1E}"/>
              </a:ext>
            </a:extLst>
          </p:cNvPr>
          <p:cNvPicPr>
            <a:picLocks noChangeAspect="1"/>
          </p:cNvPicPr>
          <p:nvPr/>
        </p:nvPicPr>
        <p:blipFill>
          <a:blip r:embed="rId2"/>
          <a:stretch>
            <a:fillRect/>
          </a:stretch>
        </p:blipFill>
        <p:spPr>
          <a:xfrm>
            <a:off x="9211053" y="1189789"/>
            <a:ext cx="2606422" cy="4879474"/>
          </a:xfrm>
          <a:prstGeom prst="rect">
            <a:avLst/>
          </a:prstGeom>
        </p:spPr>
      </p:pic>
      <p:pic>
        <p:nvPicPr>
          <p:cNvPr id="6" name="Picture 5" descr="A screenshot of a screenshot of a video game&#10;&#10;AI-generated content may be incorrect.">
            <a:extLst>
              <a:ext uri="{FF2B5EF4-FFF2-40B4-BE49-F238E27FC236}">
                <a16:creationId xmlns:a16="http://schemas.microsoft.com/office/drawing/2014/main" id="{1CE41497-A88B-E9B7-D11E-8D192C63F9A6}"/>
              </a:ext>
            </a:extLst>
          </p:cNvPr>
          <p:cNvPicPr>
            <a:picLocks noChangeAspect="1"/>
          </p:cNvPicPr>
          <p:nvPr/>
        </p:nvPicPr>
        <p:blipFill>
          <a:blip r:embed="rId3"/>
          <a:stretch>
            <a:fillRect/>
          </a:stretch>
        </p:blipFill>
        <p:spPr>
          <a:xfrm>
            <a:off x="5779292" y="1189789"/>
            <a:ext cx="2571838" cy="4879475"/>
          </a:xfrm>
          <a:prstGeom prst="rect">
            <a:avLst/>
          </a:prstGeom>
        </p:spPr>
      </p:pic>
      <p:pic>
        <p:nvPicPr>
          <p:cNvPr id="7" name="Picture 6" descr="A screenshot of a video game&#10;&#10;AI-generated content may be incorrect.">
            <a:extLst>
              <a:ext uri="{FF2B5EF4-FFF2-40B4-BE49-F238E27FC236}">
                <a16:creationId xmlns:a16="http://schemas.microsoft.com/office/drawing/2014/main" id="{91D41D6F-86C7-5AE2-11D1-CA888C2B7097}"/>
              </a:ext>
            </a:extLst>
          </p:cNvPr>
          <p:cNvPicPr>
            <a:picLocks noChangeAspect="1"/>
          </p:cNvPicPr>
          <p:nvPr/>
        </p:nvPicPr>
        <p:blipFill>
          <a:blip r:embed="rId4"/>
          <a:stretch>
            <a:fillRect/>
          </a:stretch>
        </p:blipFill>
        <p:spPr>
          <a:xfrm>
            <a:off x="2164851" y="1189789"/>
            <a:ext cx="2595141" cy="4892843"/>
          </a:xfrm>
          <a:prstGeom prst="rect">
            <a:avLst/>
          </a:prstGeom>
        </p:spPr>
      </p:pic>
      <p:sp>
        <p:nvSpPr>
          <p:cNvPr id="8" name="TextBox 7">
            <a:extLst>
              <a:ext uri="{FF2B5EF4-FFF2-40B4-BE49-F238E27FC236}">
                <a16:creationId xmlns:a16="http://schemas.microsoft.com/office/drawing/2014/main" id="{41669B7B-A0DC-4E89-8FA4-CCC399E4E911}"/>
              </a:ext>
            </a:extLst>
          </p:cNvPr>
          <p:cNvSpPr txBox="1"/>
          <p:nvPr/>
        </p:nvSpPr>
        <p:spPr>
          <a:xfrm>
            <a:off x="132294" y="2181530"/>
            <a:ext cx="1870809" cy="40011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Ground Truth</a:t>
            </a:r>
          </a:p>
        </p:txBody>
      </p:sp>
      <p:sp>
        <p:nvSpPr>
          <p:cNvPr id="10" name="TextBox 9">
            <a:extLst>
              <a:ext uri="{FF2B5EF4-FFF2-40B4-BE49-F238E27FC236}">
                <a16:creationId xmlns:a16="http://schemas.microsoft.com/office/drawing/2014/main" id="{FF189C96-C92D-CA2B-9590-1CEBDC7DF0CB}"/>
              </a:ext>
            </a:extLst>
          </p:cNvPr>
          <p:cNvSpPr txBox="1"/>
          <p:nvPr/>
        </p:nvSpPr>
        <p:spPr>
          <a:xfrm>
            <a:off x="132293" y="4561108"/>
            <a:ext cx="1870809" cy="40011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Prediction</a:t>
            </a:r>
          </a:p>
        </p:txBody>
      </p:sp>
    </p:spTree>
    <p:extLst>
      <p:ext uri="{BB962C8B-B14F-4D97-AF65-F5344CB8AC3E}">
        <p14:creationId xmlns:p14="http://schemas.microsoft.com/office/powerpoint/2010/main" val="564387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1BE98C-10F7-844D-19AE-2A4E7615F62F}"/>
              </a:ext>
            </a:extLst>
          </p:cNvPr>
          <p:cNvSpPr>
            <a:spLocks noGrp="1"/>
          </p:cNvSpPr>
          <p:nvPr>
            <p:ph type="sldNum" sz="quarter" idx="12"/>
          </p:nvPr>
        </p:nvSpPr>
        <p:spPr/>
        <p:txBody>
          <a:bodyPr/>
          <a:lstStyle/>
          <a:p>
            <a:fld id="{DCE09022-C08B-4F34-B9F0-43AC160DA04C}" type="slidenum">
              <a:rPr lang="it-IT" smtClean="0"/>
              <a:pPr/>
              <a:t>28</a:t>
            </a:fld>
            <a:r>
              <a:rPr lang="it-IT"/>
              <a:t>/XX</a:t>
            </a:r>
          </a:p>
        </p:txBody>
      </p:sp>
      <p:sp>
        <p:nvSpPr>
          <p:cNvPr id="3" name="Title 2">
            <a:extLst>
              <a:ext uri="{FF2B5EF4-FFF2-40B4-BE49-F238E27FC236}">
                <a16:creationId xmlns:a16="http://schemas.microsoft.com/office/drawing/2014/main" id="{78D636B5-0913-8F0F-10F6-E3E81D52A150}"/>
              </a:ext>
            </a:extLst>
          </p:cNvPr>
          <p:cNvSpPr>
            <a:spLocks noGrp="1"/>
          </p:cNvSpPr>
          <p:nvPr>
            <p:ph type="title"/>
          </p:nvPr>
        </p:nvSpPr>
        <p:spPr/>
        <p:txBody>
          <a:bodyPr/>
          <a:lstStyle/>
          <a:p>
            <a:r>
              <a:rPr lang="en-US">
                <a:ea typeface="Calibri Light"/>
                <a:cs typeface="Calibri Light"/>
              </a:rPr>
              <a:t>Training With One Label</a:t>
            </a:r>
            <a:endParaRPr lang="en-US"/>
          </a:p>
        </p:txBody>
      </p:sp>
      <p:pic>
        <p:nvPicPr>
          <p:cNvPr id="4" name="Picture 3" descr="A screenshot of a graph&#10;&#10;AI-generated content may be incorrect.">
            <a:extLst>
              <a:ext uri="{FF2B5EF4-FFF2-40B4-BE49-F238E27FC236}">
                <a16:creationId xmlns:a16="http://schemas.microsoft.com/office/drawing/2014/main" id="{523790CC-EFF6-3949-BA36-1DB0E12D8A64}"/>
              </a:ext>
            </a:extLst>
          </p:cNvPr>
          <p:cNvPicPr>
            <a:picLocks noChangeAspect="1"/>
          </p:cNvPicPr>
          <p:nvPr/>
        </p:nvPicPr>
        <p:blipFill>
          <a:blip r:embed="rId2"/>
          <a:stretch>
            <a:fillRect/>
          </a:stretch>
        </p:blipFill>
        <p:spPr>
          <a:xfrm>
            <a:off x="93576" y="1912764"/>
            <a:ext cx="8128004" cy="1281212"/>
          </a:xfrm>
          <a:prstGeom prst="rect">
            <a:avLst/>
          </a:prstGeom>
        </p:spPr>
      </p:pic>
      <p:sp>
        <p:nvSpPr>
          <p:cNvPr id="5" name="TextBox 4">
            <a:extLst>
              <a:ext uri="{FF2B5EF4-FFF2-40B4-BE49-F238E27FC236}">
                <a16:creationId xmlns:a16="http://schemas.microsoft.com/office/drawing/2014/main" id="{CE7F7F1A-A557-D7F9-8F6E-7B6B97D9CD95}"/>
              </a:ext>
            </a:extLst>
          </p:cNvPr>
          <p:cNvSpPr txBox="1"/>
          <p:nvPr/>
        </p:nvSpPr>
        <p:spPr>
          <a:xfrm>
            <a:off x="97290" y="1259109"/>
            <a:ext cx="94509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Result of training 96 </a:t>
            </a:r>
            <a:r>
              <a:rPr lang="en-US" sz="2400">
                <a:solidFill>
                  <a:srgbClr val="1F1F1F"/>
                </a:solidFill>
                <a:ea typeface="+mn-lt"/>
                <a:cs typeface="+mn-lt"/>
              </a:rPr>
              <a:t>× 96</a:t>
            </a:r>
            <a:r>
              <a:rPr lang="en-US" sz="3600">
                <a:solidFill>
                  <a:srgbClr val="1F1F1F"/>
                </a:solidFill>
                <a:ea typeface="+mn-lt"/>
                <a:cs typeface="+mn-lt"/>
              </a:rPr>
              <a:t> </a:t>
            </a:r>
            <a:r>
              <a:rPr lang="en-US" sz="2400">
                <a:solidFill>
                  <a:srgbClr val="1F1F1F"/>
                </a:solidFill>
                <a:ea typeface="+mn-lt"/>
                <a:cs typeface="+mn-lt"/>
              </a:rPr>
              <a:t>RGB images with MobileNetV2 0.1</a:t>
            </a:r>
            <a:endParaRPr lang="en-US"/>
          </a:p>
        </p:txBody>
      </p:sp>
      <p:graphicFrame>
        <p:nvGraphicFramePr>
          <p:cNvPr id="7" name="Table 6">
            <a:extLst>
              <a:ext uri="{FF2B5EF4-FFF2-40B4-BE49-F238E27FC236}">
                <a16:creationId xmlns:a16="http://schemas.microsoft.com/office/drawing/2014/main" id="{914856C5-9121-7770-A5C1-A07154D812B1}"/>
              </a:ext>
            </a:extLst>
          </p:cNvPr>
          <p:cNvGraphicFramePr>
            <a:graphicFrameLocks noGrp="1"/>
          </p:cNvGraphicFramePr>
          <p:nvPr/>
        </p:nvGraphicFramePr>
        <p:xfrm>
          <a:off x="8315158" y="2058736"/>
          <a:ext cx="3733618" cy="989327"/>
        </p:xfrm>
        <a:graphic>
          <a:graphicData uri="http://schemas.openxmlformats.org/drawingml/2006/table">
            <a:tbl>
              <a:tblPr firstRow="1" bandRow="1">
                <a:tableStyleId>{2D5ABB26-0587-4C30-8999-92F81FD0307C}</a:tableStyleId>
              </a:tblPr>
              <a:tblGrid>
                <a:gridCol w="1464213">
                  <a:extLst>
                    <a:ext uri="{9D8B030D-6E8A-4147-A177-3AD203B41FA5}">
                      <a16:colId xmlns:a16="http://schemas.microsoft.com/office/drawing/2014/main" val="1972682562"/>
                    </a:ext>
                  </a:extLst>
                </a:gridCol>
                <a:gridCol w="1211218">
                  <a:extLst>
                    <a:ext uri="{9D8B030D-6E8A-4147-A177-3AD203B41FA5}">
                      <a16:colId xmlns:a16="http://schemas.microsoft.com/office/drawing/2014/main" val="1065518378"/>
                    </a:ext>
                  </a:extLst>
                </a:gridCol>
                <a:gridCol w="1058187">
                  <a:extLst>
                    <a:ext uri="{9D8B030D-6E8A-4147-A177-3AD203B41FA5}">
                      <a16:colId xmlns:a16="http://schemas.microsoft.com/office/drawing/2014/main" val="1443667819"/>
                    </a:ext>
                  </a:extLst>
                </a:gridCol>
              </a:tblGrid>
              <a:tr h="534629">
                <a:tc>
                  <a:txBody>
                    <a:bodyPr/>
                    <a:lstStyle/>
                    <a:p>
                      <a:pPr lvl="0" algn="ctr">
                        <a:buNone/>
                      </a:pPr>
                      <a:r>
                        <a:rPr lang="en-US" sz="2000">
                          <a:solidFill>
                            <a:srgbClr val="000000"/>
                          </a:solidFill>
                        </a:rPr>
                        <a:t>Precision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Recall</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F1 Score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36300377"/>
                  </a:ext>
                </a:extLst>
              </a:tr>
              <a:tr h="454698">
                <a:tc>
                  <a:txBody>
                    <a:bodyPr/>
                    <a:lstStyle/>
                    <a:p>
                      <a:pPr algn="ctr"/>
                      <a:r>
                        <a:rPr lang="en-US" sz="2000">
                          <a:solidFill>
                            <a:srgbClr val="000000"/>
                          </a:solidFill>
                        </a:rPr>
                        <a:t>71%</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70%</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71%</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97183730"/>
                  </a:ext>
                </a:extLst>
              </a:tr>
            </a:tbl>
          </a:graphicData>
        </a:graphic>
      </p:graphicFrame>
      <p:sp>
        <p:nvSpPr>
          <p:cNvPr id="8" name="TextBox 7">
            <a:extLst>
              <a:ext uri="{FF2B5EF4-FFF2-40B4-BE49-F238E27FC236}">
                <a16:creationId xmlns:a16="http://schemas.microsoft.com/office/drawing/2014/main" id="{96BCF9E7-7B3B-FEF9-E265-D49D75C2F1FE}"/>
              </a:ext>
            </a:extLst>
          </p:cNvPr>
          <p:cNvSpPr txBox="1"/>
          <p:nvPr/>
        </p:nvSpPr>
        <p:spPr>
          <a:xfrm>
            <a:off x="110658" y="3678793"/>
            <a:ext cx="945096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Result of training 64 </a:t>
            </a:r>
            <a:r>
              <a:rPr lang="en-US" sz="2400">
                <a:solidFill>
                  <a:srgbClr val="1F1F1F"/>
                </a:solidFill>
                <a:ea typeface="+mn-lt"/>
                <a:cs typeface="+mn-lt"/>
              </a:rPr>
              <a:t>× 64 RGB images with MobileNetV2 0.1</a:t>
            </a:r>
            <a:endParaRPr lang="en-US"/>
          </a:p>
        </p:txBody>
      </p:sp>
      <p:graphicFrame>
        <p:nvGraphicFramePr>
          <p:cNvPr id="9" name="Table 8">
            <a:extLst>
              <a:ext uri="{FF2B5EF4-FFF2-40B4-BE49-F238E27FC236}">
                <a16:creationId xmlns:a16="http://schemas.microsoft.com/office/drawing/2014/main" id="{4FB53CFB-69C2-49CD-8214-7432D6630FF3}"/>
              </a:ext>
            </a:extLst>
          </p:cNvPr>
          <p:cNvGraphicFramePr>
            <a:graphicFrameLocks noGrp="1"/>
          </p:cNvGraphicFramePr>
          <p:nvPr/>
        </p:nvGraphicFramePr>
        <p:xfrm>
          <a:off x="8315157" y="4331367"/>
          <a:ext cx="3733618" cy="989327"/>
        </p:xfrm>
        <a:graphic>
          <a:graphicData uri="http://schemas.openxmlformats.org/drawingml/2006/table">
            <a:tbl>
              <a:tblPr firstRow="1" bandRow="1">
                <a:tableStyleId>{2D5ABB26-0587-4C30-8999-92F81FD0307C}</a:tableStyleId>
              </a:tblPr>
              <a:tblGrid>
                <a:gridCol w="1464213">
                  <a:extLst>
                    <a:ext uri="{9D8B030D-6E8A-4147-A177-3AD203B41FA5}">
                      <a16:colId xmlns:a16="http://schemas.microsoft.com/office/drawing/2014/main" val="1972682562"/>
                    </a:ext>
                  </a:extLst>
                </a:gridCol>
                <a:gridCol w="1211218">
                  <a:extLst>
                    <a:ext uri="{9D8B030D-6E8A-4147-A177-3AD203B41FA5}">
                      <a16:colId xmlns:a16="http://schemas.microsoft.com/office/drawing/2014/main" val="1065518378"/>
                    </a:ext>
                  </a:extLst>
                </a:gridCol>
                <a:gridCol w="1058187">
                  <a:extLst>
                    <a:ext uri="{9D8B030D-6E8A-4147-A177-3AD203B41FA5}">
                      <a16:colId xmlns:a16="http://schemas.microsoft.com/office/drawing/2014/main" val="1443667819"/>
                    </a:ext>
                  </a:extLst>
                </a:gridCol>
              </a:tblGrid>
              <a:tr h="534629">
                <a:tc>
                  <a:txBody>
                    <a:bodyPr/>
                    <a:lstStyle/>
                    <a:p>
                      <a:pPr lvl="0" algn="ctr">
                        <a:buNone/>
                      </a:pPr>
                      <a:r>
                        <a:rPr lang="en-US" sz="2000">
                          <a:solidFill>
                            <a:srgbClr val="000000"/>
                          </a:solidFill>
                        </a:rPr>
                        <a:t>Precision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Recall</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F1 Score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36300377"/>
                  </a:ext>
                </a:extLst>
              </a:tr>
              <a:tr h="454698">
                <a:tc>
                  <a:txBody>
                    <a:bodyPr/>
                    <a:lstStyle/>
                    <a:p>
                      <a:pPr algn="ctr"/>
                      <a:r>
                        <a:rPr lang="en-US" sz="2000">
                          <a:solidFill>
                            <a:srgbClr val="000000"/>
                          </a:solidFill>
                        </a:rPr>
                        <a:t>79%</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64%</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2000">
                          <a:solidFill>
                            <a:srgbClr val="000000"/>
                          </a:solidFill>
                        </a:rPr>
                        <a:t>71%</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97183730"/>
                  </a:ext>
                </a:extLst>
              </a:tr>
            </a:tbl>
          </a:graphicData>
        </a:graphic>
      </p:graphicFrame>
      <p:pic>
        <p:nvPicPr>
          <p:cNvPr id="10" name="Picture 9" descr="A screenshot of a graph&#10;&#10;AI-generated content may be incorrect.">
            <a:extLst>
              <a:ext uri="{FF2B5EF4-FFF2-40B4-BE49-F238E27FC236}">
                <a16:creationId xmlns:a16="http://schemas.microsoft.com/office/drawing/2014/main" id="{A37BF6BC-1FDE-1F2A-30B3-10A874774219}"/>
              </a:ext>
            </a:extLst>
          </p:cNvPr>
          <p:cNvPicPr>
            <a:picLocks noChangeAspect="1"/>
          </p:cNvPicPr>
          <p:nvPr/>
        </p:nvPicPr>
        <p:blipFill>
          <a:blip r:embed="rId3"/>
          <a:stretch>
            <a:fillRect/>
          </a:stretch>
        </p:blipFill>
        <p:spPr>
          <a:xfrm>
            <a:off x="66842" y="4148583"/>
            <a:ext cx="8128001" cy="1247889"/>
          </a:xfrm>
          <a:prstGeom prst="rect">
            <a:avLst/>
          </a:prstGeom>
        </p:spPr>
      </p:pic>
    </p:spTree>
    <p:extLst>
      <p:ext uri="{BB962C8B-B14F-4D97-AF65-F5344CB8AC3E}">
        <p14:creationId xmlns:p14="http://schemas.microsoft.com/office/powerpoint/2010/main" val="3396900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F2065B-370E-1E07-F035-F4218E4E60C4}"/>
              </a:ext>
            </a:extLst>
          </p:cNvPr>
          <p:cNvSpPr>
            <a:spLocks noGrp="1"/>
          </p:cNvSpPr>
          <p:nvPr>
            <p:ph type="sldNum" sz="quarter" idx="12"/>
          </p:nvPr>
        </p:nvSpPr>
        <p:spPr/>
        <p:txBody>
          <a:bodyPr/>
          <a:lstStyle/>
          <a:p>
            <a:fld id="{DCE09022-C08B-4F34-B9F0-43AC160DA04C}" type="slidenum">
              <a:rPr lang="it-IT" smtClean="0"/>
              <a:pPr/>
              <a:t>29</a:t>
            </a:fld>
            <a:r>
              <a:rPr lang="it-IT"/>
              <a:t>/XX</a:t>
            </a:r>
          </a:p>
        </p:txBody>
      </p:sp>
      <p:sp>
        <p:nvSpPr>
          <p:cNvPr id="3" name="Title 2">
            <a:extLst>
              <a:ext uri="{FF2B5EF4-FFF2-40B4-BE49-F238E27FC236}">
                <a16:creationId xmlns:a16="http://schemas.microsoft.com/office/drawing/2014/main" id="{E0FACA40-8EE5-BCD1-152A-4200CE183448}"/>
              </a:ext>
            </a:extLst>
          </p:cNvPr>
          <p:cNvSpPr>
            <a:spLocks noGrp="1"/>
          </p:cNvSpPr>
          <p:nvPr>
            <p:ph type="title"/>
          </p:nvPr>
        </p:nvSpPr>
        <p:spPr/>
        <p:txBody>
          <a:bodyPr/>
          <a:lstStyle/>
          <a:p>
            <a:r>
              <a:rPr lang="en-US">
                <a:ea typeface="Calibri Light"/>
                <a:cs typeface="Calibri Light"/>
              </a:rPr>
              <a:t>Comparison of Results</a:t>
            </a:r>
            <a:endParaRPr lang="en-US"/>
          </a:p>
        </p:txBody>
      </p:sp>
      <p:pic>
        <p:nvPicPr>
          <p:cNvPr id="4" name="Picture 3" descr="A table with text and numbers&#10;&#10;AI-generated content may be incorrect.">
            <a:extLst>
              <a:ext uri="{FF2B5EF4-FFF2-40B4-BE49-F238E27FC236}">
                <a16:creationId xmlns:a16="http://schemas.microsoft.com/office/drawing/2014/main" id="{296C9D42-277D-A633-5E92-E374BF0163DA}"/>
              </a:ext>
            </a:extLst>
          </p:cNvPr>
          <p:cNvPicPr>
            <a:picLocks noChangeAspect="1"/>
          </p:cNvPicPr>
          <p:nvPr/>
        </p:nvPicPr>
        <p:blipFill>
          <a:blip r:embed="rId2"/>
          <a:stretch>
            <a:fillRect/>
          </a:stretch>
        </p:blipFill>
        <p:spPr>
          <a:xfrm>
            <a:off x="307473" y="1133009"/>
            <a:ext cx="11577054" cy="4845982"/>
          </a:xfrm>
          <a:prstGeom prst="rect">
            <a:avLst/>
          </a:prstGeom>
        </p:spPr>
      </p:pic>
    </p:spTree>
    <p:extLst>
      <p:ext uri="{BB962C8B-B14F-4D97-AF65-F5344CB8AC3E}">
        <p14:creationId xmlns:p14="http://schemas.microsoft.com/office/powerpoint/2010/main" val="102995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FCF9B-9B86-804E-31CD-444498CDB50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3B799F-1C7A-8DD3-8EC1-EC7E17AFCD3D}"/>
              </a:ext>
            </a:extLst>
          </p:cNvPr>
          <p:cNvSpPr>
            <a:spLocks noGrp="1"/>
          </p:cNvSpPr>
          <p:nvPr>
            <p:ph type="sldNum" sz="quarter" idx="12"/>
          </p:nvPr>
        </p:nvSpPr>
        <p:spPr/>
        <p:txBody>
          <a:bodyPr/>
          <a:lstStyle/>
          <a:p>
            <a:fld id="{DCE09022-C08B-4F34-B9F0-43AC160DA04C}" type="slidenum">
              <a:rPr lang="it-IT" smtClean="0"/>
              <a:pPr/>
              <a:t>30</a:t>
            </a:fld>
            <a:r>
              <a:rPr lang="it-IT"/>
              <a:t>/XX</a:t>
            </a:r>
          </a:p>
        </p:txBody>
      </p:sp>
      <p:sp>
        <p:nvSpPr>
          <p:cNvPr id="3" name="Title 2">
            <a:extLst>
              <a:ext uri="{FF2B5EF4-FFF2-40B4-BE49-F238E27FC236}">
                <a16:creationId xmlns:a16="http://schemas.microsoft.com/office/drawing/2014/main" id="{17D01D9C-0006-D8C8-18C7-E3828B67CD46}"/>
              </a:ext>
            </a:extLst>
          </p:cNvPr>
          <p:cNvSpPr>
            <a:spLocks noGrp="1"/>
          </p:cNvSpPr>
          <p:nvPr>
            <p:ph type="title"/>
          </p:nvPr>
        </p:nvSpPr>
        <p:spPr/>
        <p:txBody>
          <a:bodyPr/>
          <a:lstStyle/>
          <a:p>
            <a:r>
              <a:rPr lang="en-US">
                <a:ea typeface="Calibri Light"/>
                <a:cs typeface="Calibri Light"/>
              </a:rPr>
              <a:t> Results</a:t>
            </a:r>
            <a:endParaRPr lang="en-US"/>
          </a:p>
        </p:txBody>
      </p:sp>
      <p:pic>
        <p:nvPicPr>
          <p:cNvPr id="5" name="Picture 4" descr="A screenshot of a video game&#10;&#10;AI-generated content may be incorrect.">
            <a:extLst>
              <a:ext uri="{FF2B5EF4-FFF2-40B4-BE49-F238E27FC236}">
                <a16:creationId xmlns:a16="http://schemas.microsoft.com/office/drawing/2014/main" id="{F0D67672-4FBF-3859-C916-9FDF11F74B15}"/>
              </a:ext>
            </a:extLst>
          </p:cNvPr>
          <p:cNvPicPr>
            <a:picLocks noChangeAspect="1"/>
          </p:cNvPicPr>
          <p:nvPr/>
        </p:nvPicPr>
        <p:blipFill>
          <a:blip r:embed="rId2"/>
          <a:stretch>
            <a:fillRect/>
          </a:stretch>
        </p:blipFill>
        <p:spPr>
          <a:xfrm>
            <a:off x="9809413" y="1318127"/>
            <a:ext cx="2265278" cy="423511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AD9E293-70EF-00E4-73E6-8DE6D131361E}"/>
              </a:ext>
            </a:extLst>
          </p:cNvPr>
          <p:cNvPicPr>
            <a:picLocks noChangeAspect="1"/>
          </p:cNvPicPr>
          <p:nvPr/>
        </p:nvPicPr>
        <p:blipFill>
          <a:blip r:embed="rId3"/>
          <a:stretch>
            <a:fillRect/>
          </a:stretch>
        </p:blipFill>
        <p:spPr>
          <a:xfrm>
            <a:off x="7379701" y="1321470"/>
            <a:ext cx="2369386" cy="4225424"/>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6C17DDD6-4200-E875-4317-CDA12EFD8DCD}"/>
              </a:ext>
            </a:extLst>
          </p:cNvPr>
          <p:cNvPicPr>
            <a:picLocks noChangeAspect="1"/>
          </p:cNvPicPr>
          <p:nvPr/>
        </p:nvPicPr>
        <p:blipFill>
          <a:blip r:embed="rId4"/>
          <a:stretch>
            <a:fillRect/>
          </a:stretch>
        </p:blipFill>
        <p:spPr>
          <a:xfrm>
            <a:off x="4522203" y="1311442"/>
            <a:ext cx="2365709" cy="4227263"/>
          </a:xfrm>
          <a:prstGeom prst="rect">
            <a:avLst/>
          </a:prstGeom>
        </p:spPr>
      </p:pic>
      <p:pic>
        <p:nvPicPr>
          <p:cNvPr id="8" name="Picture 7" descr="A screenshot of a video game&#10;&#10;AI-generated content may be incorrect.">
            <a:extLst>
              <a:ext uri="{FF2B5EF4-FFF2-40B4-BE49-F238E27FC236}">
                <a16:creationId xmlns:a16="http://schemas.microsoft.com/office/drawing/2014/main" id="{8324C5B2-C408-A56C-3229-8F3E85814330}"/>
              </a:ext>
            </a:extLst>
          </p:cNvPr>
          <p:cNvPicPr>
            <a:picLocks noChangeAspect="1"/>
          </p:cNvPicPr>
          <p:nvPr/>
        </p:nvPicPr>
        <p:blipFill>
          <a:blip r:embed="rId5"/>
          <a:stretch>
            <a:fillRect/>
          </a:stretch>
        </p:blipFill>
        <p:spPr>
          <a:xfrm>
            <a:off x="2306387" y="1341522"/>
            <a:ext cx="2143125" cy="4200525"/>
          </a:xfrm>
          <a:prstGeom prst="rect">
            <a:avLst/>
          </a:prstGeom>
        </p:spPr>
      </p:pic>
      <p:sp>
        <p:nvSpPr>
          <p:cNvPr id="10" name="TextBox 9">
            <a:extLst>
              <a:ext uri="{FF2B5EF4-FFF2-40B4-BE49-F238E27FC236}">
                <a16:creationId xmlns:a16="http://schemas.microsoft.com/office/drawing/2014/main" id="{3AE1ABE2-79C1-2E98-B8AB-0E2795D41423}"/>
              </a:ext>
            </a:extLst>
          </p:cNvPr>
          <p:cNvSpPr txBox="1"/>
          <p:nvPr/>
        </p:nvSpPr>
        <p:spPr>
          <a:xfrm>
            <a:off x="132294" y="2181530"/>
            <a:ext cx="1870809" cy="40011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Ground Truth</a:t>
            </a:r>
          </a:p>
        </p:txBody>
      </p:sp>
      <p:sp>
        <p:nvSpPr>
          <p:cNvPr id="12" name="TextBox 11">
            <a:extLst>
              <a:ext uri="{FF2B5EF4-FFF2-40B4-BE49-F238E27FC236}">
                <a16:creationId xmlns:a16="http://schemas.microsoft.com/office/drawing/2014/main" id="{68C341C3-5540-B00A-555B-BA765EF38945}"/>
              </a:ext>
            </a:extLst>
          </p:cNvPr>
          <p:cNvSpPr txBox="1"/>
          <p:nvPr/>
        </p:nvSpPr>
        <p:spPr>
          <a:xfrm>
            <a:off x="132293" y="4561108"/>
            <a:ext cx="1870809" cy="40011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Prediction</a:t>
            </a:r>
          </a:p>
        </p:txBody>
      </p:sp>
      <p:sp>
        <p:nvSpPr>
          <p:cNvPr id="13" name="TextBox 12">
            <a:extLst>
              <a:ext uri="{FF2B5EF4-FFF2-40B4-BE49-F238E27FC236}">
                <a16:creationId xmlns:a16="http://schemas.microsoft.com/office/drawing/2014/main" id="{3840CC70-0443-C32A-21F2-202EB393B04B}"/>
              </a:ext>
            </a:extLst>
          </p:cNvPr>
          <p:cNvSpPr txBox="1"/>
          <p:nvPr/>
        </p:nvSpPr>
        <p:spPr>
          <a:xfrm>
            <a:off x="3656618" y="5694809"/>
            <a:ext cx="173875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96 </a:t>
            </a:r>
            <a:r>
              <a:rPr lang="en-US" sz="2000">
                <a:solidFill>
                  <a:srgbClr val="1F1F1F"/>
                </a:solidFill>
                <a:ea typeface="Calibri"/>
                <a:cs typeface="Calibri"/>
              </a:rPr>
              <a:t>× 96 image</a:t>
            </a:r>
            <a:endParaRPr lang="en-US" sz="2000">
              <a:ea typeface="Calibri"/>
              <a:cs typeface="Calibri"/>
            </a:endParaRPr>
          </a:p>
        </p:txBody>
      </p:sp>
      <p:sp>
        <p:nvSpPr>
          <p:cNvPr id="18" name="TextBox 17">
            <a:extLst>
              <a:ext uri="{FF2B5EF4-FFF2-40B4-BE49-F238E27FC236}">
                <a16:creationId xmlns:a16="http://schemas.microsoft.com/office/drawing/2014/main" id="{E9288AD1-D1C1-ECB6-964A-6C2C625B312C}"/>
              </a:ext>
            </a:extLst>
          </p:cNvPr>
          <p:cNvSpPr txBox="1"/>
          <p:nvPr/>
        </p:nvSpPr>
        <p:spPr>
          <a:xfrm>
            <a:off x="8937144" y="5694808"/>
            <a:ext cx="173875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ea typeface="Calibri"/>
                <a:cs typeface="Calibri"/>
              </a:rPr>
              <a:t>64 </a:t>
            </a:r>
            <a:r>
              <a:rPr lang="en-US" sz="2000">
                <a:solidFill>
                  <a:srgbClr val="1F1F1F"/>
                </a:solidFill>
                <a:ea typeface="Calibri"/>
                <a:cs typeface="Calibri"/>
              </a:rPr>
              <a:t>× 64 image</a:t>
            </a:r>
            <a:endParaRPr lang="en-US" sz="2000">
              <a:ea typeface="Calibri"/>
              <a:cs typeface="Calibri"/>
            </a:endParaRPr>
          </a:p>
        </p:txBody>
      </p:sp>
    </p:spTree>
    <p:extLst>
      <p:ext uri="{BB962C8B-B14F-4D97-AF65-F5344CB8AC3E}">
        <p14:creationId xmlns:p14="http://schemas.microsoft.com/office/powerpoint/2010/main" val="2300358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3C43D1-E47C-7DE5-D558-F1FE781FB671}"/>
              </a:ext>
            </a:extLst>
          </p:cNvPr>
          <p:cNvSpPr>
            <a:spLocks noGrp="1"/>
          </p:cNvSpPr>
          <p:nvPr>
            <p:ph type="sldNum" sz="quarter" idx="12"/>
          </p:nvPr>
        </p:nvSpPr>
        <p:spPr/>
        <p:txBody>
          <a:bodyPr/>
          <a:lstStyle/>
          <a:p>
            <a:fld id="{DCE09022-C08B-4F34-B9F0-43AC160DA04C}" type="slidenum">
              <a:rPr lang="it-IT" smtClean="0"/>
              <a:pPr/>
              <a:t>31</a:t>
            </a:fld>
            <a:r>
              <a:rPr lang="it-IT"/>
              <a:t>/XX</a:t>
            </a:r>
          </a:p>
        </p:txBody>
      </p:sp>
      <p:sp>
        <p:nvSpPr>
          <p:cNvPr id="3" name="Title 2">
            <a:extLst>
              <a:ext uri="{FF2B5EF4-FFF2-40B4-BE49-F238E27FC236}">
                <a16:creationId xmlns:a16="http://schemas.microsoft.com/office/drawing/2014/main" id="{29BCA914-273E-336E-8398-3DBB8DA26DD0}"/>
              </a:ext>
            </a:extLst>
          </p:cNvPr>
          <p:cNvSpPr>
            <a:spLocks noGrp="1"/>
          </p:cNvSpPr>
          <p:nvPr>
            <p:ph type="title"/>
          </p:nvPr>
        </p:nvSpPr>
        <p:spPr/>
        <p:txBody>
          <a:bodyPr/>
          <a:lstStyle/>
          <a:p>
            <a:r>
              <a:rPr lang="en-US">
                <a:ea typeface="Calibri Light"/>
                <a:cs typeface="Calibri Light"/>
              </a:rPr>
              <a:t>Deployment Requirements</a:t>
            </a:r>
            <a:endParaRPr lang="en-US"/>
          </a:p>
        </p:txBody>
      </p:sp>
      <p:graphicFrame>
        <p:nvGraphicFramePr>
          <p:cNvPr id="7" name="Table 6">
            <a:extLst>
              <a:ext uri="{FF2B5EF4-FFF2-40B4-BE49-F238E27FC236}">
                <a16:creationId xmlns:a16="http://schemas.microsoft.com/office/drawing/2014/main" id="{42CE8973-8BC8-50D2-D299-55043BB4D2A7}"/>
              </a:ext>
            </a:extLst>
          </p:cNvPr>
          <p:cNvGraphicFramePr>
            <a:graphicFrameLocks noGrp="1"/>
          </p:cNvGraphicFramePr>
          <p:nvPr/>
        </p:nvGraphicFramePr>
        <p:xfrm>
          <a:off x="414421" y="1697789"/>
          <a:ext cx="11374341" cy="3490205"/>
        </p:xfrm>
        <a:graphic>
          <a:graphicData uri="http://schemas.openxmlformats.org/drawingml/2006/table">
            <a:tbl>
              <a:tblPr firstRow="1" bandRow="1">
                <a:tableStyleId>{5940675A-B579-460E-94D1-54222C63F5DA}</a:tableStyleId>
              </a:tblPr>
              <a:tblGrid>
                <a:gridCol w="3791447">
                  <a:extLst>
                    <a:ext uri="{9D8B030D-6E8A-4147-A177-3AD203B41FA5}">
                      <a16:colId xmlns:a16="http://schemas.microsoft.com/office/drawing/2014/main" val="3872524801"/>
                    </a:ext>
                  </a:extLst>
                </a:gridCol>
                <a:gridCol w="3791447">
                  <a:extLst>
                    <a:ext uri="{9D8B030D-6E8A-4147-A177-3AD203B41FA5}">
                      <a16:colId xmlns:a16="http://schemas.microsoft.com/office/drawing/2014/main" val="1574386926"/>
                    </a:ext>
                  </a:extLst>
                </a:gridCol>
                <a:gridCol w="3791447">
                  <a:extLst>
                    <a:ext uri="{9D8B030D-6E8A-4147-A177-3AD203B41FA5}">
                      <a16:colId xmlns:a16="http://schemas.microsoft.com/office/drawing/2014/main" val="810521490"/>
                    </a:ext>
                  </a:extLst>
                </a:gridCol>
              </a:tblGrid>
              <a:tr h="626806">
                <a:tc>
                  <a:txBody>
                    <a:bodyPr/>
                    <a:lstStyle/>
                    <a:p>
                      <a:endParaRPr lang="en-US"/>
                    </a:p>
                  </a:txBody>
                  <a:tcPr>
                    <a:lnL w="0">
                      <a:noFill/>
                    </a:lnL>
                    <a:lnR w="12700">
                      <a:solidFill>
                        <a:schemeClr val="tx1"/>
                      </a:solidFill>
                    </a:lnR>
                    <a:lnT w="0">
                      <a:noFill/>
                    </a:lnT>
                    <a:lnB w="12700">
                      <a:solidFill>
                        <a:schemeClr val="tx1"/>
                      </a:solidFill>
                    </a:lnB>
                  </a:tcPr>
                </a:tc>
                <a:tc>
                  <a:txBody>
                    <a:bodyPr/>
                    <a:lstStyle/>
                    <a:p>
                      <a:pPr lvl="0">
                        <a:buNone/>
                      </a:pPr>
                      <a:r>
                        <a:rPr lang="en-US" sz="1800" b="1" i="0" u="none" strike="noStrike" noProof="0">
                          <a:solidFill>
                            <a:srgbClr val="000000"/>
                          </a:solidFill>
                          <a:latin typeface="Calibri"/>
                        </a:rPr>
                        <a:t>MobileNetV2 (0.35)</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sz="1800" b="1" i="0" u="none" strike="noStrike" noProof="0">
                          <a:solidFill>
                            <a:srgbClr val="000000"/>
                          </a:solidFill>
                          <a:latin typeface="Calibri"/>
                        </a:rPr>
                        <a:t>MobileNetV2 (0.1)</a:t>
                      </a:r>
                      <a:endParaRPr lang="en-US"/>
                    </a:p>
                  </a:txBody>
                  <a:tcPr>
                    <a:lnL w="12700">
                      <a:solidFill>
                        <a:schemeClr val="tx1"/>
                      </a:solidFill>
                    </a:lnL>
                  </a:tcPr>
                </a:tc>
                <a:extLst>
                  <a:ext uri="{0D108BD9-81ED-4DB2-BD59-A6C34878D82A}">
                    <a16:rowId xmlns:a16="http://schemas.microsoft.com/office/drawing/2014/main" val="689403542"/>
                  </a:ext>
                </a:extLst>
              </a:tr>
              <a:tr h="1308919">
                <a:tc>
                  <a:txBody>
                    <a:bodyPr/>
                    <a:lstStyle/>
                    <a:p>
                      <a:r>
                        <a:rPr lang="en-US" b="1"/>
                        <a:t>Grayscale</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sz="1800" b="0" i="0" u="none" strike="noStrike" noProof="0">
                          <a:solidFill>
                            <a:srgbClr val="000000"/>
                          </a:solidFill>
                          <a:latin typeface="Calibri"/>
                        </a:rPr>
                        <a:t>64×64 → Latency: </a:t>
                      </a:r>
                      <a:r>
                        <a:rPr lang="en-US" sz="1800" b="1" i="0" u="none" strike="noStrike" noProof="0">
                          <a:solidFill>
                            <a:srgbClr val="000000"/>
                          </a:solidFill>
                          <a:latin typeface="Calibri"/>
                        </a:rPr>
                        <a:t>359 </a:t>
                      </a:r>
                      <a:r>
                        <a:rPr lang="en-US" sz="1800" b="1" i="0" u="none" strike="noStrike" noProof="0" err="1">
                          <a:solidFill>
                            <a:srgbClr val="000000"/>
                          </a:solidFill>
                          <a:latin typeface="Calibri"/>
                        </a:rPr>
                        <a:t>ms</a:t>
                      </a:r>
                      <a:r>
                        <a:rPr lang="en-US" sz="1800" b="0" i="0" u="none" strike="noStrike" noProof="0">
                          <a:solidFill>
                            <a:srgbClr val="000000"/>
                          </a:solidFill>
                          <a:latin typeface="Calibri"/>
                        </a:rPr>
                        <a:t> | RAM: </a:t>
                      </a:r>
                      <a:r>
                        <a:rPr lang="en-US" sz="1800" b="1" i="0" u="none" strike="noStrike" noProof="0">
                          <a:solidFill>
                            <a:srgbClr val="000000"/>
                          </a:solidFill>
                          <a:latin typeface="Calibri"/>
                        </a:rPr>
                        <a:t>117.9 KB</a:t>
                      </a:r>
                      <a:r>
                        <a:rPr lang="en-US" sz="1800" b="0" i="0" u="none" strike="noStrike" noProof="0">
                          <a:solidFill>
                            <a:srgbClr val="000000"/>
                          </a:solidFill>
                          <a:latin typeface="Calibri"/>
                        </a:rPr>
                        <a:t> | Flash: </a:t>
                      </a:r>
                      <a:r>
                        <a:rPr lang="en-US" sz="1800" b="1" i="0" u="none" strike="noStrike" noProof="0">
                          <a:solidFill>
                            <a:srgbClr val="000000"/>
                          </a:solidFill>
                          <a:latin typeface="Calibri"/>
                        </a:rPr>
                        <a:t>70.8 KB</a:t>
                      </a:r>
                      <a:endParaRPr lang="en-US"/>
                    </a:p>
                  </a:txBody>
                  <a:tcPr>
                    <a:lnL w="12700">
                      <a:solidFill>
                        <a:schemeClr val="tx1"/>
                      </a:solidFill>
                    </a:lnL>
                    <a:lnT w="12700">
                      <a:solidFill>
                        <a:schemeClr val="tx1"/>
                      </a:solidFill>
                    </a:lnT>
                  </a:tcPr>
                </a:tc>
                <a:tc>
                  <a:txBody>
                    <a:bodyPr/>
                    <a:lstStyle/>
                    <a:p>
                      <a:pPr lvl="0">
                        <a:buNone/>
                      </a:pPr>
                      <a:r>
                        <a:rPr lang="en-US" sz="1800" b="0" i="0" u="none" strike="noStrike" noProof="0">
                          <a:solidFill>
                            <a:srgbClr val="000000"/>
                          </a:solidFill>
                          <a:latin typeface="Calibri"/>
                        </a:rPr>
                        <a:t>96×96 → Latency: </a:t>
                      </a:r>
                      <a:r>
                        <a:rPr lang="en-US" sz="1800" b="1" i="0" u="none" strike="noStrike" noProof="0">
                          <a:solidFill>
                            <a:srgbClr val="000000"/>
                          </a:solidFill>
                          <a:latin typeface="Calibri"/>
                        </a:rPr>
                        <a:t>740 </a:t>
                      </a:r>
                      <a:r>
                        <a:rPr lang="en-US" sz="1800" b="1" i="0" u="none" strike="noStrike" noProof="0" err="1">
                          <a:solidFill>
                            <a:srgbClr val="000000"/>
                          </a:solidFill>
                          <a:latin typeface="Calibri"/>
                        </a:rPr>
                        <a:t>ms</a:t>
                      </a:r>
                      <a:r>
                        <a:rPr lang="en-US" sz="1800" b="0" i="0" u="none" strike="noStrike" noProof="0">
                          <a:solidFill>
                            <a:srgbClr val="000000"/>
                          </a:solidFill>
                          <a:latin typeface="Calibri"/>
                        </a:rPr>
                        <a:t> | RAM: </a:t>
                      </a:r>
                      <a:r>
                        <a:rPr lang="en-US" sz="1800" b="1" i="0" u="none" strike="noStrike" noProof="0">
                          <a:solidFill>
                            <a:srgbClr val="000000"/>
                          </a:solidFill>
                          <a:latin typeface="Calibri"/>
                        </a:rPr>
                        <a:t>235.5 KB</a:t>
                      </a:r>
                      <a:r>
                        <a:rPr lang="en-US" sz="1800" b="0" i="0" u="none" strike="noStrike" noProof="0">
                          <a:solidFill>
                            <a:srgbClr val="000000"/>
                          </a:solidFill>
                          <a:latin typeface="Calibri"/>
                        </a:rPr>
                        <a:t> | Flash: </a:t>
                      </a:r>
                      <a:r>
                        <a:rPr lang="en-US" sz="1800" b="1" i="0" u="none" strike="noStrike" noProof="0">
                          <a:solidFill>
                            <a:srgbClr val="000000"/>
                          </a:solidFill>
                          <a:latin typeface="Calibri"/>
                        </a:rPr>
                        <a:t>58.5 KB</a:t>
                      </a:r>
                      <a:endParaRPr lang="en-US"/>
                    </a:p>
                  </a:txBody>
                  <a:tcPr/>
                </a:tc>
                <a:extLst>
                  <a:ext uri="{0D108BD9-81ED-4DB2-BD59-A6C34878D82A}">
                    <a16:rowId xmlns:a16="http://schemas.microsoft.com/office/drawing/2014/main" val="996851578"/>
                  </a:ext>
                </a:extLst>
              </a:tr>
              <a:tr h="584624">
                <a:tc rowSpan="2">
                  <a:txBody>
                    <a:bodyPr/>
                    <a:lstStyle/>
                    <a:p>
                      <a:pPr lvl="0">
                        <a:buNone/>
                      </a:pPr>
                      <a:r>
                        <a:rPr lang="en-US" sz="1800" b="1" i="0" u="none" strike="noStrike" noProof="0">
                          <a:solidFill>
                            <a:srgbClr val="000000"/>
                          </a:solidFill>
                          <a:latin typeface="Calibri"/>
                        </a:rPr>
                        <a:t>RGB</a:t>
                      </a:r>
                      <a:endParaRPr lang="en-US" b="1"/>
                    </a:p>
                  </a:txBody>
                  <a:tcP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en-US" sz="1800" b="0" i="0" u="none" strike="noStrike" noProof="0">
                          <a:solidFill>
                            <a:srgbClr val="000000"/>
                          </a:solidFill>
                          <a:latin typeface="Calibri"/>
                        </a:rPr>
                        <a:t>64×64 → Latency: </a:t>
                      </a:r>
                      <a:r>
                        <a:rPr lang="en-US" sz="1800" b="1" i="0" u="none" strike="noStrike" noProof="0">
                          <a:solidFill>
                            <a:srgbClr val="000000"/>
                          </a:solidFill>
                          <a:latin typeface="Calibri"/>
                        </a:rPr>
                        <a:t>367 </a:t>
                      </a:r>
                      <a:r>
                        <a:rPr lang="en-US" sz="1800" b="1" i="0" u="none" strike="noStrike" noProof="0" err="1">
                          <a:solidFill>
                            <a:srgbClr val="000000"/>
                          </a:solidFill>
                          <a:latin typeface="Calibri"/>
                        </a:rPr>
                        <a:t>ms</a:t>
                      </a:r>
                      <a:r>
                        <a:rPr lang="en-US" sz="1800" b="0" i="0" u="none" strike="noStrike" noProof="0">
                          <a:solidFill>
                            <a:srgbClr val="000000"/>
                          </a:solidFill>
                          <a:latin typeface="Calibri"/>
                        </a:rPr>
                        <a:t> | RAM: </a:t>
                      </a:r>
                      <a:r>
                        <a:rPr lang="en-US" sz="1800" b="1" i="0" u="none" strike="noStrike" noProof="0">
                          <a:solidFill>
                            <a:srgbClr val="000000"/>
                          </a:solidFill>
                          <a:latin typeface="Calibri"/>
                        </a:rPr>
                        <a:t>118.0 KB</a:t>
                      </a:r>
                      <a:r>
                        <a:rPr lang="en-US" sz="1800" b="0" i="0" u="none" strike="noStrike" noProof="0">
                          <a:solidFill>
                            <a:srgbClr val="000000"/>
                          </a:solidFill>
                          <a:latin typeface="Calibri"/>
                        </a:rPr>
                        <a:t> | Flash: </a:t>
                      </a:r>
                      <a:r>
                        <a:rPr lang="en-US" sz="1800" b="1" i="0" u="none" strike="noStrike" noProof="0">
                          <a:solidFill>
                            <a:srgbClr val="000000"/>
                          </a:solidFill>
                          <a:latin typeface="Calibri"/>
                        </a:rPr>
                        <a:t>71.0 KB</a:t>
                      </a:r>
                      <a:endParaRPr lang="en-US" sz="1800" b="0" i="0" u="none" strike="noStrike" noProof="0">
                        <a:solidFill>
                          <a:srgbClr val="000000"/>
                        </a:solidFill>
                        <a:latin typeface="Calibri"/>
                      </a:endParaRPr>
                    </a:p>
                  </a:txBody>
                  <a:tcPr/>
                </a:tc>
                <a:tc rowSpan="2">
                  <a:txBody>
                    <a:bodyPr/>
                    <a:lstStyle/>
                    <a:p>
                      <a:pPr lvl="0">
                        <a:buNone/>
                      </a:pPr>
                      <a:r>
                        <a:rPr lang="en-US" sz="1800" b="0" i="0" u="none" strike="noStrike" noProof="0">
                          <a:solidFill>
                            <a:srgbClr val="000000"/>
                          </a:solidFill>
                          <a:latin typeface="Calibri"/>
                        </a:rPr>
                        <a:t>64×64 → Latency: </a:t>
                      </a:r>
                      <a:r>
                        <a:rPr lang="en-US" sz="1800" b="1" i="0" u="none" strike="noStrike" noProof="0">
                          <a:solidFill>
                            <a:srgbClr val="000000"/>
                          </a:solidFill>
                          <a:latin typeface="Calibri"/>
                        </a:rPr>
                        <a:t>344 </a:t>
                      </a:r>
                      <a:r>
                        <a:rPr lang="en-US" sz="1800" b="1" i="0" u="none" strike="noStrike" noProof="0" err="1">
                          <a:solidFill>
                            <a:srgbClr val="000000"/>
                          </a:solidFill>
                          <a:latin typeface="Calibri"/>
                        </a:rPr>
                        <a:t>ms</a:t>
                      </a:r>
                      <a:r>
                        <a:rPr lang="en-US" sz="1800" b="0" i="0" u="none" strike="noStrike" noProof="0">
                          <a:solidFill>
                            <a:srgbClr val="000000"/>
                          </a:solidFill>
                          <a:latin typeface="Calibri"/>
                        </a:rPr>
                        <a:t> | RAM: </a:t>
                      </a:r>
                      <a:r>
                        <a:rPr lang="en-US" sz="1800" b="1" i="0" u="none" strike="noStrike" noProof="0">
                          <a:solidFill>
                            <a:srgbClr val="000000"/>
                          </a:solidFill>
                          <a:latin typeface="Calibri"/>
                        </a:rPr>
                        <a:t>114.1 KB</a:t>
                      </a:r>
                      <a:r>
                        <a:rPr lang="en-US" sz="1800" b="0" i="0" u="none" strike="noStrike" noProof="0">
                          <a:solidFill>
                            <a:srgbClr val="000000"/>
                          </a:solidFill>
                          <a:latin typeface="Calibri"/>
                        </a:rPr>
                        <a:t> | Flash: </a:t>
                      </a:r>
                      <a:r>
                        <a:rPr lang="en-US" sz="1800" b="1" i="0" u="none" strike="noStrike" noProof="0">
                          <a:solidFill>
                            <a:srgbClr val="000000"/>
                          </a:solidFill>
                          <a:latin typeface="Calibri"/>
                        </a:rPr>
                        <a:t>58.6 KB</a:t>
                      </a:r>
                      <a:endParaRPr lang="en-US"/>
                    </a:p>
                  </a:txBody>
                  <a:tcPr/>
                </a:tc>
                <a:extLst>
                  <a:ext uri="{0D108BD9-81ED-4DB2-BD59-A6C34878D82A}">
                    <a16:rowId xmlns:a16="http://schemas.microsoft.com/office/drawing/2014/main" val="310381810"/>
                  </a:ext>
                </a:extLst>
              </a:tr>
              <a:tr h="835177">
                <a:tc vMerge="1">
                  <a:txBody>
                    <a:bodyPr/>
                    <a:lstStyle/>
                    <a:p>
                      <a:pPr lvl="0">
                        <a:buNone/>
                      </a:pPr>
                      <a:endParaRPr lang="en-US" b="1"/>
                    </a:p>
                  </a:txBody>
                  <a:tcPr>
                    <a:lnT w="12700">
                      <a:solidFill>
                        <a:schemeClr val="tx1"/>
                      </a:solidFill>
                    </a:lnT>
                  </a:tcPr>
                </a:tc>
                <a:tc>
                  <a:txBody>
                    <a:bodyPr/>
                    <a:lstStyle/>
                    <a:p>
                      <a:pPr marL="0" lvl="0" indent="0" algn="l">
                        <a:lnSpc>
                          <a:spcPct val="100000"/>
                        </a:lnSpc>
                        <a:buNone/>
                      </a:pPr>
                      <a:r>
                        <a:rPr lang="en-US" sz="1800" b="0" i="0" u="none" strike="noStrike" baseline="0" noProof="0">
                          <a:solidFill>
                            <a:srgbClr val="000000"/>
                          </a:solidFill>
                          <a:latin typeface="Calibri"/>
                        </a:rPr>
                        <a:t>96×96 → Latency: </a:t>
                      </a:r>
                      <a:r>
                        <a:rPr lang="en-US" sz="1800" b="1" i="0" u="none" strike="noStrike" baseline="0" noProof="0">
                          <a:solidFill>
                            <a:srgbClr val="000000"/>
                          </a:solidFill>
                          <a:latin typeface="Calibri"/>
                        </a:rPr>
                        <a:t>786 </a:t>
                      </a:r>
                      <a:r>
                        <a:rPr lang="en-US" sz="1800" b="1" i="0" u="none" strike="noStrike" baseline="0" noProof="0" err="1">
                          <a:solidFill>
                            <a:srgbClr val="000000"/>
                          </a:solidFill>
                          <a:latin typeface="Calibri"/>
                        </a:rPr>
                        <a:t>ms</a:t>
                      </a:r>
                      <a:r>
                        <a:rPr lang="en-US" sz="1800" b="1" i="0" u="none" strike="noStrike" baseline="0" noProof="0">
                          <a:solidFill>
                            <a:srgbClr val="000000"/>
                          </a:solidFill>
                          <a:latin typeface="Calibri"/>
                        </a:rPr>
                        <a:t> </a:t>
                      </a:r>
                      <a:r>
                        <a:rPr lang="en-US" sz="1800" b="0" i="0" u="none" strike="noStrike" baseline="0" noProof="0">
                          <a:solidFill>
                            <a:srgbClr val="000000"/>
                          </a:solidFill>
                          <a:latin typeface="Calibri"/>
                        </a:rPr>
                        <a:t>| RAM: </a:t>
                      </a:r>
                      <a:r>
                        <a:rPr lang="en-US" sz="1800" b="1" i="0" u="none" strike="noStrike" baseline="0" noProof="0">
                          <a:solidFill>
                            <a:srgbClr val="000000"/>
                          </a:solidFill>
                          <a:latin typeface="Calibri"/>
                        </a:rPr>
                        <a:t>239.5 KB </a:t>
                      </a:r>
                      <a:r>
                        <a:rPr lang="en-US" sz="1800" b="0" i="0" u="none" strike="noStrike" baseline="0" noProof="0">
                          <a:solidFill>
                            <a:srgbClr val="000000"/>
                          </a:solidFill>
                          <a:latin typeface="Calibri"/>
                        </a:rPr>
                        <a:t>| Flash: </a:t>
                      </a:r>
                      <a:r>
                        <a:rPr lang="en-US" sz="1800" b="1" i="0" u="none" strike="noStrike" baseline="0" noProof="0">
                          <a:solidFill>
                            <a:srgbClr val="000000"/>
                          </a:solidFill>
                          <a:latin typeface="Calibri"/>
                        </a:rPr>
                        <a:t>71.0 KB</a:t>
                      </a:r>
                    </a:p>
                    <a:p>
                      <a:pPr lvl="0">
                        <a:buNone/>
                      </a:pPr>
                      <a:endParaRPr lang="en-US"/>
                    </a:p>
                  </a:txBody>
                  <a:tcPr/>
                </a:tc>
                <a:tc vMerge="1">
                  <a:txBody>
                    <a:bodyPr/>
                    <a:lstStyle/>
                    <a:p>
                      <a:endParaRPr lang="en-US"/>
                    </a:p>
                  </a:txBody>
                  <a:tcPr/>
                </a:tc>
                <a:extLst>
                  <a:ext uri="{0D108BD9-81ED-4DB2-BD59-A6C34878D82A}">
                    <a16:rowId xmlns:a16="http://schemas.microsoft.com/office/drawing/2014/main" val="3466784589"/>
                  </a:ext>
                </a:extLst>
              </a:tr>
            </a:tbl>
          </a:graphicData>
        </a:graphic>
      </p:graphicFrame>
    </p:spTree>
    <p:extLst>
      <p:ext uri="{BB962C8B-B14F-4D97-AF65-F5344CB8AC3E}">
        <p14:creationId xmlns:p14="http://schemas.microsoft.com/office/powerpoint/2010/main" val="1945583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0D7179-8056-08FC-BFD2-4D7A7733B74F}"/>
              </a:ext>
            </a:extLst>
          </p:cNvPr>
          <p:cNvSpPr>
            <a:spLocks noGrp="1"/>
          </p:cNvSpPr>
          <p:nvPr>
            <p:ph type="sldNum" sz="quarter" idx="12"/>
          </p:nvPr>
        </p:nvSpPr>
        <p:spPr/>
        <p:txBody>
          <a:bodyPr/>
          <a:lstStyle/>
          <a:p>
            <a:fld id="{DCE09022-C08B-4F34-B9F0-43AC160DA04C}" type="slidenum">
              <a:rPr lang="it-IT" smtClean="0"/>
              <a:pPr/>
              <a:t>32</a:t>
            </a:fld>
            <a:r>
              <a:rPr lang="it-IT"/>
              <a:t>/XX</a:t>
            </a:r>
          </a:p>
        </p:txBody>
      </p:sp>
      <p:sp>
        <p:nvSpPr>
          <p:cNvPr id="3" name="Title 2">
            <a:extLst>
              <a:ext uri="{FF2B5EF4-FFF2-40B4-BE49-F238E27FC236}">
                <a16:creationId xmlns:a16="http://schemas.microsoft.com/office/drawing/2014/main" id="{07799E83-930B-AB91-F3BA-C5F4E09F4659}"/>
              </a:ext>
            </a:extLst>
          </p:cNvPr>
          <p:cNvSpPr>
            <a:spLocks noGrp="1"/>
          </p:cNvSpPr>
          <p:nvPr>
            <p:ph type="title"/>
          </p:nvPr>
        </p:nvSpPr>
        <p:spPr/>
        <p:txBody>
          <a:bodyPr/>
          <a:lstStyle/>
          <a:p>
            <a:r>
              <a:rPr lang="en-US">
                <a:ea typeface="Calibri Light"/>
                <a:cs typeface="Calibri Light"/>
              </a:rPr>
              <a:t>Deployment Results</a:t>
            </a:r>
            <a:endParaRPr lang="en-US"/>
          </a:p>
        </p:txBody>
      </p:sp>
      <p:pic>
        <p:nvPicPr>
          <p:cNvPr id="4" name="Picture 3" descr="A white text on a white background&#10;&#10;AI-generated content may be incorrect.">
            <a:extLst>
              <a:ext uri="{FF2B5EF4-FFF2-40B4-BE49-F238E27FC236}">
                <a16:creationId xmlns:a16="http://schemas.microsoft.com/office/drawing/2014/main" id="{19649D2E-E8A9-938F-1D84-21CB1A529B9E}"/>
              </a:ext>
            </a:extLst>
          </p:cNvPr>
          <p:cNvPicPr>
            <a:picLocks noChangeAspect="1"/>
          </p:cNvPicPr>
          <p:nvPr/>
        </p:nvPicPr>
        <p:blipFill>
          <a:blip r:embed="rId2"/>
          <a:stretch>
            <a:fillRect/>
          </a:stretch>
        </p:blipFill>
        <p:spPr>
          <a:xfrm>
            <a:off x="603394" y="1714934"/>
            <a:ext cx="6482485" cy="3462771"/>
          </a:xfrm>
          <a:prstGeom prst="rect">
            <a:avLst/>
          </a:prstGeom>
        </p:spPr>
      </p:pic>
    </p:spTree>
    <p:extLst>
      <p:ext uri="{BB962C8B-B14F-4D97-AF65-F5344CB8AC3E}">
        <p14:creationId xmlns:p14="http://schemas.microsoft.com/office/powerpoint/2010/main" val="3346326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DF0117-C8F4-EFCB-5E1E-58DF00BF00D1}"/>
              </a:ext>
            </a:extLst>
          </p:cNvPr>
          <p:cNvSpPr>
            <a:spLocks noGrp="1"/>
          </p:cNvSpPr>
          <p:nvPr>
            <p:ph type="sldNum" sz="quarter" idx="12"/>
          </p:nvPr>
        </p:nvSpPr>
        <p:spPr/>
        <p:txBody>
          <a:bodyPr/>
          <a:lstStyle/>
          <a:p>
            <a:fld id="{DCE09022-C08B-4F34-B9F0-43AC160DA04C}" type="slidenum">
              <a:rPr lang="it-IT" smtClean="0"/>
              <a:pPr/>
              <a:t>33</a:t>
            </a:fld>
            <a:r>
              <a:rPr lang="it-IT"/>
              <a:t>/XX</a:t>
            </a:r>
          </a:p>
        </p:txBody>
      </p:sp>
      <p:sp>
        <p:nvSpPr>
          <p:cNvPr id="3" name="Title 2">
            <a:extLst>
              <a:ext uri="{FF2B5EF4-FFF2-40B4-BE49-F238E27FC236}">
                <a16:creationId xmlns:a16="http://schemas.microsoft.com/office/drawing/2014/main" id="{C84F55E9-15F9-5887-D3DA-61BC9A87DFE8}"/>
              </a:ext>
            </a:extLst>
          </p:cNvPr>
          <p:cNvSpPr>
            <a:spLocks noGrp="1"/>
          </p:cNvSpPr>
          <p:nvPr>
            <p:ph type="title"/>
          </p:nvPr>
        </p:nvSpPr>
        <p:spPr/>
        <p:txBody>
          <a:bodyPr/>
          <a:lstStyle/>
          <a:p>
            <a:r>
              <a:rPr lang="en-US"/>
              <a:t>C0NCLUSIONS</a:t>
            </a:r>
          </a:p>
        </p:txBody>
      </p:sp>
      <p:sp>
        <p:nvSpPr>
          <p:cNvPr id="5" name="TextBox 4">
            <a:extLst>
              <a:ext uri="{FF2B5EF4-FFF2-40B4-BE49-F238E27FC236}">
                <a16:creationId xmlns:a16="http://schemas.microsoft.com/office/drawing/2014/main" id="{9749C9E6-67C9-6FA3-EC5D-8386B57F22D9}"/>
              </a:ext>
            </a:extLst>
          </p:cNvPr>
          <p:cNvSpPr txBox="1"/>
          <p:nvPr/>
        </p:nvSpPr>
        <p:spPr>
          <a:xfrm>
            <a:off x="4396834" y="3011363"/>
            <a:ext cx="339237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ea typeface="Calibri"/>
                <a:cs typeface="Calibri"/>
              </a:rPr>
              <a:t>THANK YOU!</a:t>
            </a:r>
          </a:p>
        </p:txBody>
      </p:sp>
    </p:spTree>
    <p:extLst>
      <p:ext uri="{BB962C8B-B14F-4D97-AF65-F5344CB8AC3E}">
        <p14:creationId xmlns:p14="http://schemas.microsoft.com/office/powerpoint/2010/main" val="2737933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5</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Presence Detection with Ultra-Wide Band Radar</vt:lpstr>
      <vt:lpstr>DATA COLLECTION</vt:lpstr>
      <vt:lpstr>PREPROCESSING</vt:lpstr>
      <vt:lpstr>PREPROCESSING</vt:lpstr>
      <vt:lpstr>PREPROCESSING</vt:lpstr>
      <vt:lpstr>OBJECT DETECTION</vt:lpstr>
      <vt:lpstr>OBJECT DETECTION</vt:lpstr>
      <vt:lpstr>OBJECT DETECTION </vt:lpstr>
      <vt:lpstr>OBJECT DETECTION </vt:lpstr>
      <vt:lpstr>OBJECT DETECTION </vt:lpstr>
      <vt:lpstr>TrueSense SR250 Radar</vt:lpstr>
      <vt:lpstr>TrueSense SR250 Radar</vt:lpstr>
      <vt:lpstr>TrueSense SR250 Radar</vt:lpstr>
      <vt:lpstr>TrueSense SR250 Radar</vt:lpstr>
      <vt:lpstr>TrueSense SR250 Radar</vt:lpstr>
      <vt:lpstr>TrueSense SR250 Radar</vt:lpstr>
      <vt:lpstr>TrueSense SR250 Radar</vt:lpstr>
      <vt:lpstr>Infineon Radar</vt:lpstr>
      <vt:lpstr>Infineon Radar Processing Pipeline</vt:lpstr>
      <vt:lpstr>Infineon Radar Processing Pipeline</vt:lpstr>
      <vt:lpstr>Infineon Radar Processing Pipeline</vt:lpstr>
      <vt:lpstr>Infineon Radar Processing Pipeline</vt:lpstr>
      <vt:lpstr>Beamforming</vt:lpstr>
      <vt:lpstr>Input Dataset Creation</vt:lpstr>
      <vt:lpstr>Training With 9 Labels</vt:lpstr>
      <vt:lpstr>Training With 9 Labels</vt:lpstr>
      <vt:lpstr>Results</vt:lpstr>
      <vt:lpstr>Training With One Label</vt:lpstr>
      <vt:lpstr>Comparison of Results</vt:lpstr>
      <vt:lpstr> Results</vt:lpstr>
      <vt:lpstr>Deployment Requirements</vt:lpstr>
      <vt:lpstr>Deployment Results</vt:lpstr>
      <vt:lpstr>C0NCLUSIONS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Riccardo Simonetti</dc:creator>
  <cp:revision>2</cp:revision>
  <dcterms:created xsi:type="dcterms:W3CDTF">2019-02-13T14:58:22Z</dcterms:created>
  <dcterms:modified xsi:type="dcterms:W3CDTF">2025-09-23T11:13:58Z</dcterms:modified>
</cp:coreProperties>
</file>